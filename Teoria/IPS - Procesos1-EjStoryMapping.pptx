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303" r:id="rId2"/>
    <p:sldId id="306" r:id="rId3"/>
    <p:sldId id="307" r:id="rId4"/>
  </p:sldIdLst>
  <p:sldSz cx="9144000" cy="6858000" type="screen4x3"/>
  <p:notesSz cx="7104063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392F"/>
    <a:srgbClr val="1EA185"/>
    <a:srgbClr val="F29B26"/>
    <a:srgbClr val="9BBB5C"/>
    <a:srgbClr val="445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27378-7F2E-4D0A-BA0F-94CB2E3AC4AB}" v="3" dt="2023-10-21T19:46:27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0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A. DE LA RIVA ALVAREZ" userId="be490521-7808-4e5d-b24d-e87f6eed14eb" providerId="ADAL" clId="{E5C37B74-9721-4BDA-8C33-05BBCE4D845A}"/>
    <pc:docChg chg="modSld">
      <pc:chgData name="CLAUDIO A. DE LA RIVA ALVAREZ" userId="be490521-7808-4e5d-b24d-e87f6eed14eb" providerId="ADAL" clId="{E5C37B74-9721-4BDA-8C33-05BBCE4D845A}" dt="2022-11-06T17:49:26.308" v="0" actId="1076"/>
      <pc:docMkLst>
        <pc:docMk/>
      </pc:docMkLst>
      <pc:sldChg chg="modSp mod">
        <pc:chgData name="CLAUDIO A. DE LA RIVA ALVAREZ" userId="be490521-7808-4e5d-b24d-e87f6eed14eb" providerId="ADAL" clId="{E5C37B74-9721-4BDA-8C33-05BBCE4D845A}" dt="2022-11-06T17:49:26.308" v="0" actId="1076"/>
        <pc:sldMkLst>
          <pc:docMk/>
          <pc:sldMk cId="788137819" sldId="298"/>
        </pc:sldMkLst>
        <pc:picChg chg="mod">
          <ac:chgData name="CLAUDIO A. DE LA RIVA ALVAREZ" userId="be490521-7808-4e5d-b24d-e87f6eed14eb" providerId="ADAL" clId="{E5C37B74-9721-4BDA-8C33-05BBCE4D845A}" dt="2022-11-06T17:49:26.308" v="0" actId="1076"/>
          <ac:picMkLst>
            <pc:docMk/>
            <pc:sldMk cId="788137819" sldId="298"/>
            <ac:picMk id="7" creationId="{00000000-0000-0000-0000-000000000000}"/>
          </ac:picMkLst>
        </pc:picChg>
      </pc:sldChg>
    </pc:docChg>
  </pc:docChgLst>
  <pc:docChgLst>
    <pc:chgData name="MARIA JOSE SUAREZ CABAL" userId="f0d22e2a-11a3-4fe4-8a3d-8cfb9d017655" providerId="ADAL" clId="{C4ACAD0E-BF5C-4210-AEB3-57AA84C610DE}"/>
    <pc:docChg chg="undo redo custSel modSld">
      <pc:chgData name="MARIA JOSE SUAREZ CABAL" userId="f0d22e2a-11a3-4fe4-8a3d-8cfb9d017655" providerId="ADAL" clId="{C4ACAD0E-BF5C-4210-AEB3-57AA84C610DE}" dt="2021-10-14T07:27:45.678" v="108" actId="20577"/>
      <pc:docMkLst>
        <pc:docMk/>
      </pc:docMkLst>
      <pc:sldChg chg="modNotesTx">
        <pc:chgData name="MARIA JOSE SUAREZ CABAL" userId="f0d22e2a-11a3-4fe4-8a3d-8cfb9d017655" providerId="ADAL" clId="{C4ACAD0E-BF5C-4210-AEB3-57AA84C610DE}" dt="2021-10-14T07:26:01.423" v="99" actId="20577"/>
        <pc:sldMkLst>
          <pc:docMk/>
          <pc:sldMk cId="140088338" sldId="286"/>
        </pc:sldMkLst>
      </pc:sldChg>
      <pc:sldChg chg="modSp mod">
        <pc:chgData name="MARIA JOSE SUAREZ CABAL" userId="f0d22e2a-11a3-4fe4-8a3d-8cfb9d017655" providerId="ADAL" clId="{C4ACAD0E-BF5C-4210-AEB3-57AA84C610DE}" dt="2021-10-14T07:27:45.678" v="108" actId="20577"/>
        <pc:sldMkLst>
          <pc:docMk/>
          <pc:sldMk cId="245792914" sldId="289"/>
        </pc:sldMkLst>
        <pc:spChg chg="mod">
          <ac:chgData name="MARIA JOSE SUAREZ CABAL" userId="f0d22e2a-11a3-4fe4-8a3d-8cfb9d017655" providerId="ADAL" clId="{C4ACAD0E-BF5C-4210-AEB3-57AA84C610DE}" dt="2021-10-14T07:27:45.678" v="108" actId="20577"/>
          <ac:spMkLst>
            <pc:docMk/>
            <pc:sldMk cId="245792914" sldId="289"/>
            <ac:spMk id="3" creationId="{00000000-0000-0000-0000-000000000000}"/>
          </ac:spMkLst>
        </pc:spChg>
      </pc:sldChg>
      <pc:sldChg chg="modSp mod">
        <pc:chgData name="MARIA JOSE SUAREZ CABAL" userId="f0d22e2a-11a3-4fe4-8a3d-8cfb9d017655" providerId="ADAL" clId="{C4ACAD0E-BF5C-4210-AEB3-57AA84C610DE}" dt="2021-10-14T07:26:00.884" v="98" actId="20577"/>
        <pc:sldMkLst>
          <pc:docMk/>
          <pc:sldMk cId="1360866109" sldId="297"/>
        </pc:sldMkLst>
        <pc:spChg chg="mod">
          <ac:chgData name="MARIA JOSE SUAREZ CABAL" userId="f0d22e2a-11a3-4fe4-8a3d-8cfb9d017655" providerId="ADAL" clId="{C4ACAD0E-BF5C-4210-AEB3-57AA84C610DE}" dt="2021-10-14T07:26:00.884" v="98" actId="20577"/>
          <ac:spMkLst>
            <pc:docMk/>
            <pc:sldMk cId="1360866109" sldId="297"/>
            <ac:spMk id="3" creationId="{00000000-0000-0000-0000-000000000000}"/>
          </ac:spMkLst>
        </pc:spChg>
      </pc:sldChg>
      <pc:sldChg chg="modNotesTx">
        <pc:chgData name="MARIA JOSE SUAREZ CABAL" userId="f0d22e2a-11a3-4fe4-8a3d-8cfb9d017655" providerId="ADAL" clId="{C4ACAD0E-BF5C-4210-AEB3-57AA84C610DE}" dt="2021-10-14T07:26:02.843" v="100" actId="20577"/>
        <pc:sldMkLst>
          <pc:docMk/>
          <pc:sldMk cId="3102709148" sldId="302"/>
        </pc:sldMkLst>
      </pc:sldChg>
      <pc:sldChg chg="modSp mod">
        <pc:chgData name="MARIA JOSE SUAREZ CABAL" userId="f0d22e2a-11a3-4fe4-8a3d-8cfb9d017655" providerId="ADAL" clId="{C4ACAD0E-BF5C-4210-AEB3-57AA84C610DE}" dt="2021-10-14T07:12:13.714" v="3" actId="20577"/>
        <pc:sldMkLst>
          <pc:docMk/>
          <pc:sldMk cId="4287302540" sldId="303"/>
        </pc:sldMkLst>
        <pc:spChg chg="mod">
          <ac:chgData name="MARIA JOSE SUAREZ CABAL" userId="f0d22e2a-11a3-4fe4-8a3d-8cfb9d017655" providerId="ADAL" clId="{C4ACAD0E-BF5C-4210-AEB3-57AA84C610DE}" dt="2021-10-14T07:12:13.714" v="3" actId="20577"/>
          <ac:spMkLst>
            <pc:docMk/>
            <pc:sldMk cId="4287302540" sldId="303"/>
            <ac:spMk id="5123" creationId="{00000000-0000-0000-0000-000000000000}"/>
          </ac:spMkLst>
        </pc:spChg>
      </pc:sldChg>
    </pc:docChg>
  </pc:docChgLst>
  <pc:docChgLst>
    <pc:chgData name="CRISTIAN AUGUSTO ALONSO" userId="8bd297f2-7fb0-4884-a89f-a644fef730f4" providerId="ADAL" clId="{4C28B337-D9B3-48C8-8528-0CD25BCAA55C}"/>
    <pc:docChg chg="modSld">
      <pc:chgData name="CRISTIAN AUGUSTO ALONSO" userId="8bd297f2-7fb0-4884-a89f-a644fef730f4" providerId="ADAL" clId="{4C28B337-D9B3-48C8-8528-0CD25BCAA55C}" dt="2023-10-17T10:30:39.442" v="45" actId="20577"/>
      <pc:docMkLst>
        <pc:docMk/>
      </pc:docMkLst>
      <pc:sldChg chg="modNotesTx">
        <pc:chgData name="CRISTIAN AUGUSTO ALONSO" userId="8bd297f2-7fb0-4884-a89f-a644fef730f4" providerId="ADAL" clId="{4C28B337-D9B3-48C8-8528-0CD25BCAA55C}" dt="2023-10-17T10:30:39.442" v="45" actId="20577"/>
        <pc:sldMkLst>
          <pc:docMk/>
          <pc:sldMk cId="558242729" sldId="320"/>
        </pc:sldMkLst>
      </pc:sldChg>
    </pc:docChg>
  </pc:docChgLst>
  <pc:docChgLst>
    <pc:chgData name="MARIA JOSE SUAREZ CABAL" userId="f0d22e2a-11a3-4fe4-8a3d-8cfb9d017655" providerId="ADAL" clId="{5D45B908-31CC-4A8B-BC24-388D9AB58908}"/>
    <pc:docChg chg="undo custSel modSld">
      <pc:chgData name="MARIA JOSE SUAREZ CABAL" userId="f0d22e2a-11a3-4fe4-8a3d-8cfb9d017655" providerId="ADAL" clId="{5D45B908-31CC-4A8B-BC24-388D9AB58908}" dt="2019-01-14T12:02:44.760" v="72" actId="20577"/>
      <pc:docMkLst>
        <pc:docMk/>
      </pc:docMkLst>
      <pc:sldChg chg="modNotes modNotesTx">
        <pc:chgData name="MARIA JOSE SUAREZ CABAL" userId="f0d22e2a-11a3-4fe4-8a3d-8cfb9d017655" providerId="ADAL" clId="{5D45B908-31CC-4A8B-BC24-388D9AB58908}" dt="2019-01-14T12:02:44.760" v="72" actId="20577"/>
        <pc:sldMkLst>
          <pc:docMk/>
          <pc:sldMk cId="2627858785" sldId="291"/>
        </pc:sldMkLst>
      </pc:sldChg>
    </pc:docChg>
  </pc:docChgLst>
  <pc:docChgLst>
    <pc:chgData name="CRISTIAN AUGUSTO ALONSO" userId="8bd297f2-7fb0-4884-a89f-a644fef730f4" providerId="ADAL" clId="{B2EEE5F1-91D9-4714-8F64-E2A66233D43B}"/>
    <pc:docChg chg="addSld delSld">
      <pc:chgData name="CRISTIAN AUGUSTO ALONSO" userId="8bd297f2-7fb0-4884-a89f-a644fef730f4" providerId="ADAL" clId="{B2EEE5F1-91D9-4714-8F64-E2A66233D43B}" dt="2023-10-17T13:10:39.042" v="35" actId="680"/>
      <pc:docMkLst>
        <pc:docMk/>
      </pc:docMkLst>
      <pc:sldChg chg="del">
        <pc:chgData name="CRISTIAN AUGUSTO ALONSO" userId="8bd297f2-7fb0-4884-a89f-a644fef730f4" providerId="ADAL" clId="{B2EEE5F1-91D9-4714-8F64-E2A66233D43B}" dt="2023-10-17T13:10:12.371" v="7" actId="47"/>
        <pc:sldMkLst>
          <pc:docMk/>
          <pc:sldMk cId="0" sldId="261"/>
        </pc:sldMkLst>
      </pc:sldChg>
      <pc:sldChg chg="del">
        <pc:chgData name="CRISTIAN AUGUSTO ALONSO" userId="8bd297f2-7fb0-4884-a89f-a644fef730f4" providerId="ADAL" clId="{B2EEE5F1-91D9-4714-8F64-E2A66233D43B}" dt="2023-10-17T13:10:07.268" v="0" actId="47"/>
        <pc:sldMkLst>
          <pc:docMk/>
          <pc:sldMk cId="0" sldId="268"/>
        </pc:sldMkLst>
      </pc:sldChg>
      <pc:sldChg chg="del">
        <pc:chgData name="CRISTIAN AUGUSTO ALONSO" userId="8bd297f2-7fb0-4884-a89f-a644fef730f4" providerId="ADAL" clId="{B2EEE5F1-91D9-4714-8F64-E2A66233D43B}" dt="2023-10-17T13:10:08.019" v="1" actId="47"/>
        <pc:sldMkLst>
          <pc:docMk/>
          <pc:sldMk cId="603327200" sldId="271"/>
        </pc:sldMkLst>
      </pc:sldChg>
      <pc:sldChg chg="del">
        <pc:chgData name="CRISTIAN AUGUSTO ALONSO" userId="8bd297f2-7fb0-4884-a89f-a644fef730f4" providerId="ADAL" clId="{B2EEE5F1-91D9-4714-8F64-E2A66233D43B}" dt="2023-10-17T13:10:15.983" v="13" actId="47"/>
        <pc:sldMkLst>
          <pc:docMk/>
          <pc:sldMk cId="3245474733" sldId="274"/>
        </pc:sldMkLst>
      </pc:sldChg>
      <pc:sldChg chg="del">
        <pc:chgData name="CRISTIAN AUGUSTO ALONSO" userId="8bd297f2-7fb0-4884-a89f-a644fef730f4" providerId="ADAL" clId="{B2EEE5F1-91D9-4714-8F64-E2A66233D43B}" dt="2023-10-17T13:10:21.081" v="22" actId="47"/>
        <pc:sldMkLst>
          <pc:docMk/>
          <pc:sldMk cId="1010407031" sldId="279"/>
        </pc:sldMkLst>
      </pc:sldChg>
      <pc:sldChg chg="del">
        <pc:chgData name="CRISTIAN AUGUSTO ALONSO" userId="8bd297f2-7fb0-4884-a89f-a644fef730f4" providerId="ADAL" clId="{B2EEE5F1-91D9-4714-8F64-E2A66233D43B}" dt="2023-10-17T13:10:18.357" v="17" actId="47"/>
        <pc:sldMkLst>
          <pc:docMk/>
          <pc:sldMk cId="3217406156" sldId="280"/>
        </pc:sldMkLst>
      </pc:sldChg>
      <pc:sldChg chg="del">
        <pc:chgData name="CRISTIAN AUGUSTO ALONSO" userId="8bd297f2-7fb0-4884-a89f-a644fef730f4" providerId="ADAL" clId="{B2EEE5F1-91D9-4714-8F64-E2A66233D43B}" dt="2023-10-17T13:10:21.645" v="23" actId="47"/>
        <pc:sldMkLst>
          <pc:docMk/>
          <pc:sldMk cId="2804615857" sldId="281"/>
        </pc:sldMkLst>
      </pc:sldChg>
      <pc:sldChg chg="del">
        <pc:chgData name="CRISTIAN AUGUSTO ALONSO" userId="8bd297f2-7fb0-4884-a89f-a644fef730f4" providerId="ADAL" clId="{B2EEE5F1-91D9-4714-8F64-E2A66233D43B}" dt="2023-10-17T13:10:28.779" v="27" actId="47"/>
        <pc:sldMkLst>
          <pc:docMk/>
          <pc:sldMk cId="3653096523" sldId="287"/>
        </pc:sldMkLst>
      </pc:sldChg>
      <pc:sldChg chg="del">
        <pc:chgData name="CRISTIAN AUGUSTO ALONSO" userId="8bd297f2-7fb0-4884-a89f-a644fef730f4" providerId="ADAL" clId="{B2EEE5F1-91D9-4714-8F64-E2A66233D43B}" dt="2023-10-17T13:10:36.818" v="34" actId="47"/>
        <pc:sldMkLst>
          <pc:docMk/>
          <pc:sldMk cId="245792914" sldId="289"/>
        </pc:sldMkLst>
      </pc:sldChg>
      <pc:sldChg chg="del">
        <pc:chgData name="CRISTIAN AUGUSTO ALONSO" userId="8bd297f2-7fb0-4884-a89f-a644fef730f4" providerId="ADAL" clId="{B2EEE5F1-91D9-4714-8F64-E2A66233D43B}" dt="2023-10-17T13:10:30.178" v="28" actId="47"/>
        <pc:sldMkLst>
          <pc:docMk/>
          <pc:sldMk cId="2692247853" sldId="295"/>
        </pc:sldMkLst>
      </pc:sldChg>
      <pc:sldChg chg="del">
        <pc:chgData name="CRISTIAN AUGUSTO ALONSO" userId="8bd297f2-7fb0-4884-a89f-a644fef730f4" providerId="ADAL" clId="{B2EEE5F1-91D9-4714-8F64-E2A66233D43B}" dt="2023-10-17T13:10:11.655" v="6" actId="47"/>
        <pc:sldMkLst>
          <pc:docMk/>
          <pc:sldMk cId="1514961065" sldId="301"/>
        </pc:sldMkLst>
      </pc:sldChg>
      <pc:sldChg chg="new">
        <pc:chgData name="CRISTIAN AUGUSTO ALONSO" userId="8bd297f2-7fb0-4884-a89f-a644fef730f4" providerId="ADAL" clId="{B2EEE5F1-91D9-4714-8F64-E2A66233D43B}" dt="2023-10-17T13:10:39.042" v="35" actId="680"/>
        <pc:sldMkLst>
          <pc:docMk/>
          <pc:sldMk cId="1268340918" sldId="304"/>
        </pc:sldMkLst>
      </pc:sldChg>
      <pc:sldChg chg="del">
        <pc:chgData name="CRISTIAN AUGUSTO ALONSO" userId="8bd297f2-7fb0-4884-a89f-a644fef730f4" providerId="ADAL" clId="{B2EEE5F1-91D9-4714-8F64-E2A66233D43B}" dt="2023-10-17T13:10:08.729" v="2" actId="47"/>
        <pc:sldMkLst>
          <pc:docMk/>
          <pc:sldMk cId="1862749323" sldId="304"/>
        </pc:sldMkLst>
      </pc:sldChg>
      <pc:sldChg chg="del">
        <pc:chgData name="CRISTIAN AUGUSTO ALONSO" userId="8bd297f2-7fb0-4884-a89f-a644fef730f4" providerId="ADAL" clId="{B2EEE5F1-91D9-4714-8F64-E2A66233D43B}" dt="2023-10-17T13:10:09.463" v="3" actId="47"/>
        <pc:sldMkLst>
          <pc:docMk/>
          <pc:sldMk cId="2867992517" sldId="305"/>
        </pc:sldMkLst>
      </pc:sldChg>
      <pc:sldChg chg="del">
        <pc:chgData name="CRISTIAN AUGUSTO ALONSO" userId="8bd297f2-7fb0-4884-a89f-a644fef730f4" providerId="ADAL" clId="{B2EEE5F1-91D9-4714-8F64-E2A66233D43B}" dt="2023-10-17T13:10:15.413" v="12" actId="47"/>
        <pc:sldMkLst>
          <pc:docMk/>
          <pc:sldMk cId="3497488598" sldId="307"/>
        </pc:sldMkLst>
      </pc:sldChg>
      <pc:sldChg chg="del">
        <pc:chgData name="CRISTIAN AUGUSTO ALONSO" userId="8bd297f2-7fb0-4884-a89f-a644fef730f4" providerId="ADAL" clId="{B2EEE5F1-91D9-4714-8F64-E2A66233D43B}" dt="2023-10-17T13:10:10.136" v="4" actId="47"/>
        <pc:sldMkLst>
          <pc:docMk/>
          <pc:sldMk cId="3650131638" sldId="308"/>
        </pc:sldMkLst>
      </pc:sldChg>
      <pc:sldChg chg="del">
        <pc:chgData name="CRISTIAN AUGUSTO ALONSO" userId="8bd297f2-7fb0-4884-a89f-a644fef730f4" providerId="ADAL" clId="{B2EEE5F1-91D9-4714-8F64-E2A66233D43B}" dt="2023-10-17T13:10:10.809" v="5" actId="47"/>
        <pc:sldMkLst>
          <pc:docMk/>
          <pc:sldMk cId="790375911" sldId="309"/>
        </pc:sldMkLst>
      </pc:sldChg>
      <pc:sldChg chg="del">
        <pc:chgData name="CRISTIAN AUGUSTO ALONSO" userId="8bd297f2-7fb0-4884-a89f-a644fef730f4" providerId="ADAL" clId="{B2EEE5F1-91D9-4714-8F64-E2A66233D43B}" dt="2023-10-17T13:10:12.991" v="8" actId="47"/>
        <pc:sldMkLst>
          <pc:docMk/>
          <pc:sldMk cId="2569524893" sldId="310"/>
        </pc:sldMkLst>
      </pc:sldChg>
      <pc:sldChg chg="del">
        <pc:chgData name="CRISTIAN AUGUSTO ALONSO" userId="8bd297f2-7fb0-4884-a89f-a644fef730f4" providerId="ADAL" clId="{B2EEE5F1-91D9-4714-8F64-E2A66233D43B}" dt="2023-10-17T13:10:13.562" v="9" actId="47"/>
        <pc:sldMkLst>
          <pc:docMk/>
          <pc:sldMk cId="3793918812" sldId="311"/>
        </pc:sldMkLst>
      </pc:sldChg>
      <pc:sldChg chg="del">
        <pc:chgData name="CRISTIAN AUGUSTO ALONSO" userId="8bd297f2-7fb0-4884-a89f-a644fef730f4" providerId="ADAL" clId="{B2EEE5F1-91D9-4714-8F64-E2A66233D43B}" dt="2023-10-17T13:10:14.718" v="11" actId="47"/>
        <pc:sldMkLst>
          <pc:docMk/>
          <pc:sldMk cId="4104833957" sldId="313"/>
        </pc:sldMkLst>
      </pc:sldChg>
      <pc:sldChg chg="del">
        <pc:chgData name="CRISTIAN AUGUSTO ALONSO" userId="8bd297f2-7fb0-4884-a89f-a644fef730f4" providerId="ADAL" clId="{B2EEE5F1-91D9-4714-8F64-E2A66233D43B}" dt="2023-10-17T13:10:16.569" v="14" actId="47"/>
        <pc:sldMkLst>
          <pc:docMk/>
          <pc:sldMk cId="915709062" sldId="314"/>
        </pc:sldMkLst>
      </pc:sldChg>
      <pc:sldChg chg="del">
        <pc:chgData name="CRISTIAN AUGUSTO ALONSO" userId="8bd297f2-7fb0-4884-a89f-a644fef730f4" providerId="ADAL" clId="{B2EEE5F1-91D9-4714-8F64-E2A66233D43B}" dt="2023-10-17T13:10:17.134" v="15" actId="47"/>
        <pc:sldMkLst>
          <pc:docMk/>
          <pc:sldMk cId="3589124768" sldId="315"/>
        </pc:sldMkLst>
      </pc:sldChg>
      <pc:sldChg chg="del">
        <pc:chgData name="CRISTIAN AUGUSTO ALONSO" userId="8bd297f2-7fb0-4884-a89f-a644fef730f4" providerId="ADAL" clId="{B2EEE5F1-91D9-4714-8F64-E2A66233D43B}" dt="2023-10-17T13:10:17.705" v="16" actId="47"/>
        <pc:sldMkLst>
          <pc:docMk/>
          <pc:sldMk cId="2359617113" sldId="316"/>
        </pc:sldMkLst>
      </pc:sldChg>
      <pc:sldChg chg="del">
        <pc:chgData name="CRISTIAN AUGUSTO ALONSO" userId="8bd297f2-7fb0-4884-a89f-a644fef730f4" providerId="ADAL" clId="{B2EEE5F1-91D9-4714-8F64-E2A66233D43B}" dt="2023-10-17T13:10:18.905" v="18" actId="47"/>
        <pc:sldMkLst>
          <pc:docMk/>
          <pc:sldMk cId="3382435969" sldId="317"/>
        </pc:sldMkLst>
      </pc:sldChg>
      <pc:sldChg chg="del">
        <pc:chgData name="CRISTIAN AUGUSTO ALONSO" userId="8bd297f2-7fb0-4884-a89f-a644fef730f4" providerId="ADAL" clId="{B2EEE5F1-91D9-4714-8F64-E2A66233D43B}" dt="2023-10-17T13:10:19.475" v="19" actId="47"/>
        <pc:sldMkLst>
          <pc:docMk/>
          <pc:sldMk cId="378092910" sldId="318"/>
        </pc:sldMkLst>
      </pc:sldChg>
      <pc:sldChg chg="del">
        <pc:chgData name="CRISTIAN AUGUSTO ALONSO" userId="8bd297f2-7fb0-4884-a89f-a644fef730f4" providerId="ADAL" clId="{B2EEE5F1-91D9-4714-8F64-E2A66233D43B}" dt="2023-10-17T13:10:20.008" v="20" actId="47"/>
        <pc:sldMkLst>
          <pc:docMk/>
          <pc:sldMk cId="3612896735" sldId="319"/>
        </pc:sldMkLst>
      </pc:sldChg>
      <pc:sldChg chg="del">
        <pc:chgData name="CRISTIAN AUGUSTO ALONSO" userId="8bd297f2-7fb0-4884-a89f-a644fef730f4" providerId="ADAL" clId="{B2EEE5F1-91D9-4714-8F64-E2A66233D43B}" dt="2023-10-17T13:10:20.563" v="21" actId="47"/>
        <pc:sldMkLst>
          <pc:docMk/>
          <pc:sldMk cId="558242729" sldId="320"/>
        </pc:sldMkLst>
      </pc:sldChg>
      <pc:sldChg chg="del">
        <pc:chgData name="CRISTIAN AUGUSTO ALONSO" userId="8bd297f2-7fb0-4884-a89f-a644fef730f4" providerId="ADAL" clId="{B2EEE5F1-91D9-4714-8F64-E2A66233D43B}" dt="2023-10-17T13:10:22.248" v="24" actId="47"/>
        <pc:sldMkLst>
          <pc:docMk/>
          <pc:sldMk cId="2242426268" sldId="321"/>
        </pc:sldMkLst>
      </pc:sldChg>
      <pc:sldChg chg="del">
        <pc:chgData name="CRISTIAN AUGUSTO ALONSO" userId="8bd297f2-7fb0-4884-a89f-a644fef730f4" providerId="ADAL" clId="{B2EEE5F1-91D9-4714-8F64-E2A66233D43B}" dt="2023-10-17T13:10:22.770" v="25" actId="47"/>
        <pc:sldMkLst>
          <pc:docMk/>
          <pc:sldMk cId="3520762622" sldId="322"/>
        </pc:sldMkLst>
      </pc:sldChg>
      <pc:sldChg chg="del">
        <pc:chgData name="CRISTIAN AUGUSTO ALONSO" userId="8bd297f2-7fb0-4884-a89f-a644fef730f4" providerId="ADAL" clId="{B2EEE5F1-91D9-4714-8F64-E2A66233D43B}" dt="2023-10-17T13:10:31.096" v="29" actId="47"/>
        <pc:sldMkLst>
          <pc:docMk/>
          <pc:sldMk cId="1650898733" sldId="323"/>
        </pc:sldMkLst>
      </pc:sldChg>
      <pc:sldChg chg="del">
        <pc:chgData name="CRISTIAN AUGUSTO ALONSO" userId="8bd297f2-7fb0-4884-a89f-a644fef730f4" providerId="ADAL" clId="{B2EEE5F1-91D9-4714-8F64-E2A66233D43B}" dt="2023-10-17T13:10:32.001" v="30" actId="47"/>
        <pc:sldMkLst>
          <pc:docMk/>
          <pc:sldMk cId="1255683574" sldId="324"/>
        </pc:sldMkLst>
      </pc:sldChg>
      <pc:sldChg chg="del">
        <pc:chgData name="CRISTIAN AUGUSTO ALONSO" userId="8bd297f2-7fb0-4884-a89f-a644fef730f4" providerId="ADAL" clId="{B2EEE5F1-91D9-4714-8F64-E2A66233D43B}" dt="2023-10-17T13:10:26.849" v="26" actId="47"/>
        <pc:sldMkLst>
          <pc:docMk/>
          <pc:sldMk cId="3282344345" sldId="325"/>
        </pc:sldMkLst>
      </pc:sldChg>
      <pc:sldChg chg="del">
        <pc:chgData name="CRISTIAN AUGUSTO ALONSO" userId="8bd297f2-7fb0-4884-a89f-a644fef730f4" providerId="ADAL" clId="{B2EEE5F1-91D9-4714-8F64-E2A66233D43B}" dt="2023-10-17T13:10:33.778" v="31" actId="47"/>
        <pc:sldMkLst>
          <pc:docMk/>
          <pc:sldMk cId="1547960784" sldId="326"/>
        </pc:sldMkLst>
      </pc:sldChg>
      <pc:sldChg chg="del">
        <pc:chgData name="CRISTIAN AUGUSTO ALONSO" userId="8bd297f2-7fb0-4884-a89f-a644fef730f4" providerId="ADAL" clId="{B2EEE5F1-91D9-4714-8F64-E2A66233D43B}" dt="2023-10-17T13:10:34.759" v="32" actId="47"/>
        <pc:sldMkLst>
          <pc:docMk/>
          <pc:sldMk cId="2156845842" sldId="327"/>
        </pc:sldMkLst>
      </pc:sldChg>
      <pc:sldChg chg="del">
        <pc:chgData name="CRISTIAN AUGUSTO ALONSO" userId="8bd297f2-7fb0-4884-a89f-a644fef730f4" providerId="ADAL" clId="{B2EEE5F1-91D9-4714-8F64-E2A66233D43B}" dt="2023-10-17T13:10:35.815" v="33" actId="47"/>
        <pc:sldMkLst>
          <pc:docMk/>
          <pc:sldMk cId="2662696148" sldId="328"/>
        </pc:sldMkLst>
      </pc:sldChg>
      <pc:sldChg chg="del">
        <pc:chgData name="CRISTIAN AUGUSTO ALONSO" userId="8bd297f2-7fb0-4884-a89f-a644fef730f4" providerId="ADAL" clId="{B2EEE5F1-91D9-4714-8F64-E2A66233D43B}" dt="2023-10-17T13:10:14.111" v="10" actId="47"/>
        <pc:sldMkLst>
          <pc:docMk/>
          <pc:sldMk cId="3582969299" sldId="329"/>
        </pc:sldMkLst>
      </pc:sldChg>
    </pc:docChg>
  </pc:docChgLst>
  <pc:docChgLst>
    <pc:chgData name="MARIA JOSE SUAREZ CABAL" userId="f0d22e2a-11a3-4fe4-8a3d-8cfb9d017655" providerId="ADAL" clId="{C1909123-74B3-448F-B0DB-74F100E06C75}"/>
    <pc:docChg chg="modSld">
      <pc:chgData name="MARIA JOSE SUAREZ CABAL" userId="f0d22e2a-11a3-4fe4-8a3d-8cfb9d017655" providerId="ADAL" clId="{C1909123-74B3-448F-B0DB-74F100E06C75}" dt="2022-09-15T12:57:01.218" v="3" actId="20577"/>
      <pc:docMkLst>
        <pc:docMk/>
      </pc:docMkLst>
      <pc:sldChg chg="modSp mod">
        <pc:chgData name="MARIA JOSE SUAREZ CABAL" userId="f0d22e2a-11a3-4fe4-8a3d-8cfb9d017655" providerId="ADAL" clId="{C1909123-74B3-448F-B0DB-74F100E06C75}" dt="2022-09-15T12:57:01.218" v="3" actId="20577"/>
        <pc:sldMkLst>
          <pc:docMk/>
          <pc:sldMk cId="4287302540" sldId="303"/>
        </pc:sldMkLst>
        <pc:spChg chg="mod">
          <ac:chgData name="MARIA JOSE SUAREZ CABAL" userId="f0d22e2a-11a3-4fe4-8a3d-8cfb9d017655" providerId="ADAL" clId="{C1909123-74B3-448F-B0DB-74F100E06C75}" dt="2022-09-15T12:57:01.218" v="3" actId="20577"/>
          <ac:spMkLst>
            <pc:docMk/>
            <pc:sldMk cId="4287302540" sldId="303"/>
            <ac:spMk id="5123" creationId="{00000000-0000-0000-0000-000000000000}"/>
          </ac:spMkLst>
        </pc:spChg>
      </pc:sldChg>
    </pc:docChg>
  </pc:docChgLst>
  <pc:docChgLst>
    <pc:chgData name="MARIA JOSE SUAREZ CABAL" userId="f0d22e2a-11a3-4fe4-8a3d-8cfb9d017655" providerId="ADAL" clId="{4E727378-7F2E-4D0A-BA0F-94CB2E3AC4AB}"/>
    <pc:docChg chg="undo custSel delSld modSld">
      <pc:chgData name="MARIA JOSE SUAREZ CABAL" userId="f0d22e2a-11a3-4fe4-8a3d-8cfb9d017655" providerId="ADAL" clId="{4E727378-7F2E-4D0A-BA0F-94CB2E3AC4AB}" dt="2023-10-21T19:48:32.826" v="15" actId="47"/>
      <pc:docMkLst>
        <pc:docMk/>
      </pc:docMkLst>
      <pc:sldChg chg="delSp modSp mod">
        <pc:chgData name="MARIA JOSE SUAREZ CABAL" userId="f0d22e2a-11a3-4fe4-8a3d-8cfb9d017655" providerId="ADAL" clId="{4E727378-7F2E-4D0A-BA0F-94CB2E3AC4AB}" dt="2023-10-21T19:47:36.546" v="14" actId="14100"/>
        <pc:sldMkLst>
          <pc:docMk/>
          <pc:sldMk cId="4287302540" sldId="303"/>
        </pc:sldMkLst>
        <pc:spChg chg="del mod">
          <ac:chgData name="MARIA JOSE SUAREZ CABAL" userId="f0d22e2a-11a3-4fe4-8a3d-8cfb9d017655" providerId="ADAL" clId="{4E727378-7F2E-4D0A-BA0F-94CB2E3AC4AB}" dt="2023-10-21T19:45:12.609" v="8" actId="478"/>
          <ac:spMkLst>
            <pc:docMk/>
            <pc:sldMk cId="4287302540" sldId="303"/>
            <ac:spMk id="5" creationId="{A56D296F-DB36-9EC6-C926-A1C57E6C4883}"/>
          </ac:spMkLst>
        </pc:spChg>
        <pc:spChg chg="mod">
          <ac:chgData name="MARIA JOSE SUAREZ CABAL" userId="f0d22e2a-11a3-4fe4-8a3d-8cfb9d017655" providerId="ADAL" clId="{4E727378-7F2E-4D0A-BA0F-94CB2E3AC4AB}" dt="2023-10-21T19:45:04.772" v="6"/>
          <ac:spMkLst>
            <pc:docMk/>
            <pc:sldMk cId="4287302540" sldId="303"/>
            <ac:spMk id="6" creationId="{E3CA8247-0E4C-C62B-FFF0-D4FAAB96929B}"/>
          </ac:spMkLst>
        </pc:spChg>
        <pc:spChg chg="mod">
          <ac:chgData name="MARIA JOSE SUAREZ CABAL" userId="f0d22e2a-11a3-4fe4-8a3d-8cfb9d017655" providerId="ADAL" clId="{4E727378-7F2E-4D0A-BA0F-94CB2E3AC4AB}" dt="2023-10-21T19:47:36.546" v="14" actId="14100"/>
          <ac:spMkLst>
            <pc:docMk/>
            <pc:sldMk cId="4287302540" sldId="303"/>
            <ac:spMk id="5122" creationId="{00000000-0000-0000-0000-000000000000}"/>
          </ac:spMkLst>
        </pc:spChg>
      </pc:sldChg>
      <pc:sldChg chg="modSp del mod">
        <pc:chgData name="MARIA JOSE SUAREZ CABAL" userId="f0d22e2a-11a3-4fe4-8a3d-8cfb9d017655" providerId="ADAL" clId="{4E727378-7F2E-4D0A-BA0F-94CB2E3AC4AB}" dt="2023-10-21T19:48:32.826" v="15" actId="47"/>
        <pc:sldMkLst>
          <pc:docMk/>
          <pc:sldMk cId="1268340918" sldId="304"/>
        </pc:sldMkLst>
        <pc:spChg chg="mod">
          <ac:chgData name="MARIA JOSE SUAREZ CABAL" userId="f0d22e2a-11a3-4fe4-8a3d-8cfb9d017655" providerId="ADAL" clId="{4E727378-7F2E-4D0A-BA0F-94CB2E3AC4AB}" dt="2023-10-21T19:47:09.728" v="13" actId="14100"/>
          <ac:spMkLst>
            <pc:docMk/>
            <pc:sldMk cId="1268340918" sldId="304"/>
            <ac:spMk id="6" creationId="{A2729A59-C167-C29A-E7BC-46D59885131E}"/>
          </ac:spMkLst>
        </pc:spChg>
      </pc:sldChg>
      <pc:sldChg chg="delSp modSp mod">
        <pc:chgData name="MARIA JOSE SUAREZ CABAL" userId="f0d22e2a-11a3-4fe4-8a3d-8cfb9d017655" providerId="ADAL" clId="{4E727378-7F2E-4D0A-BA0F-94CB2E3AC4AB}" dt="2023-10-21T19:45:58.652" v="11" actId="478"/>
        <pc:sldMkLst>
          <pc:docMk/>
          <pc:sldMk cId="3027876559" sldId="306"/>
        </pc:sldMkLst>
        <pc:spChg chg="mod">
          <ac:chgData name="MARIA JOSE SUAREZ CABAL" userId="f0d22e2a-11a3-4fe4-8a3d-8cfb9d017655" providerId="ADAL" clId="{4E727378-7F2E-4D0A-BA0F-94CB2E3AC4AB}" dt="2023-10-21T19:45:54.545" v="9" actId="14100"/>
          <ac:spMkLst>
            <pc:docMk/>
            <pc:sldMk cId="3027876559" sldId="306"/>
            <ac:spMk id="6" creationId="{294DDF1B-490D-F36B-E411-D1023FA42F25}"/>
          </ac:spMkLst>
        </pc:spChg>
        <pc:grpChg chg="mod">
          <ac:chgData name="MARIA JOSE SUAREZ CABAL" userId="f0d22e2a-11a3-4fe4-8a3d-8cfb9d017655" providerId="ADAL" clId="{4E727378-7F2E-4D0A-BA0F-94CB2E3AC4AB}" dt="2023-10-21T19:45:56.448" v="10" actId="1076"/>
          <ac:grpSpMkLst>
            <pc:docMk/>
            <pc:sldMk cId="3027876559" sldId="306"/>
            <ac:grpSpMk id="3" creationId="{D1D780CC-6AC7-5A6F-4E8D-8C2A638567AD}"/>
          </ac:grpSpMkLst>
        </pc:grpChg>
        <pc:picChg chg="del">
          <ac:chgData name="MARIA JOSE SUAREZ CABAL" userId="f0d22e2a-11a3-4fe4-8a3d-8cfb9d017655" providerId="ADAL" clId="{4E727378-7F2E-4D0A-BA0F-94CB2E3AC4AB}" dt="2023-10-21T19:45:58.652" v="11" actId="478"/>
          <ac:picMkLst>
            <pc:docMk/>
            <pc:sldMk cId="3027876559" sldId="306"/>
            <ac:picMk id="156" creationId="{B3F5DD7D-C36B-1518-B8A8-B25D94AC63CE}"/>
          </ac:picMkLst>
        </pc:picChg>
      </pc:sldChg>
      <pc:sldChg chg="modSp mod">
        <pc:chgData name="MARIA JOSE SUAREZ CABAL" userId="f0d22e2a-11a3-4fe4-8a3d-8cfb9d017655" providerId="ADAL" clId="{4E727378-7F2E-4D0A-BA0F-94CB2E3AC4AB}" dt="2023-10-21T19:46:57.012" v="12" actId="14100"/>
        <pc:sldMkLst>
          <pc:docMk/>
          <pc:sldMk cId="403907734" sldId="307"/>
        </pc:sldMkLst>
        <pc:spChg chg="mod">
          <ac:chgData name="MARIA JOSE SUAREZ CABAL" userId="f0d22e2a-11a3-4fe4-8a3d-8cfb9d017655" providerId="ADAL" clId="{4E727378-7F2E-4D0A-BA0F-94CB2E3AC4AB}" dt="2023-10-21T19:46:57.012" v="12" actId="14100"/>
          <ac:spMkLst>
            <pc:docMk/>
            <pc:sldMk cId="403907734" sldId="307"/>
            <ac:spMk id="6" creationId="{A2729A59-C167-C29A-E7BC-46D59885131E}"/>
          </ac:spMkLst>
        </pc:spChg>
      </pc:sldChg>
    </pc:docChg>
  </pc:docChgLst>
  <pc:docChgLst>
    <pc:chgData name="PABLO SUAREZ-OTERO GONZALEZ" userId="1d6ad970-492b-4d90-9b2e-dad7fd96df35" providerId="ADAL" clId="{6EB63035-4117-47A6-9F1E-8C8E4228594F}"/>
    <pc:docChg chg="undo redo custSel addSld delSld modSld">
      <pc:chgData name="PABLO SUAREZ-OTERO GONZALEZ" userId="1d6ad970-492b-4d90-9b2e-dad7fd96df35" providerId="ADAL" clId="{6EB63035-4117-47A6-9F1E-8C8E4228594F}" dt="2023-06-21T23:07:07.288" v="1319" actId="5793"/>
      <pc:docMkLst>
        <pc:docMk/>
      </pc:docMkLst>
      <pc:sldChg chg="modSp mod">
        <pc:chgData name="PABLO SUAREZ-OTERO GONZALEZ" userId="1d6ad970-492b-4d90-9b2e-dad7fd96df35" providerId="ADAL" clId="{6EB63035-4117-47A6-9F1E-8C8E4228594F}" dt="2023-06-21T22:54:57.912" v="1189"/>
        <pc:sldMkLst>
          <pc:docMk/>
          <pc:sldMk cId="0" sldId="268"/>
        </pc:sldMkLst>
        <pc:spChg chg="mod">
          <ac:chgData name="PABLO SUAREZ-OTERO GONZALEZ" userId="1d6ad970-492b-4d90-9b2e-dad7fd96df35" providerId="ADAL" clId="{6EB63035-4117-47A6-9F1E-8C8E4228594F}" dt="2023-06-21T22:54:57.912" v="1189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PABLO SUAREZ-OTERO GONZALEZ" userId="1d6ad970-492b-4d90-9b2e-dad7fd96df35" providerId="ADAL" clId="{6EB63035-4117-47A6-9F1E-8C8E4228594F}" dt="2023-06-20T22:07:54.753" v="88"/>
        <pc:sldMkLst>
          <pc:docMk/>
          <pc:sldMk cId="603327200" sldId="271"/>
        </pc:sldMkLst>
        <pc:spChg chg="mod">
          <ac:chgData name="PABLO SUAREZ-OTERO GONZALEZ" userId="1d6ad970-492b-4d90-9b2e-dad7fd96df35" providerId="ADAL" clId="{6EB63035-4117-47A6-9F1E-8C8E4228594F}" dt="2023-06-20T22:07:54.753" v="88"/>
          <ac:spMkLst>
            <pc:docMk/>
            <pc:sldMk cId="603327200" sldId="271"/>
            <ac:spMk id="9" creationId="{00000000-0000-0000-0000-000000000000}"/>
          </ac:spMkLst>
        </pc:spChg>
      </pc:sldChg>
      <pc:sldChg chg="modSp del mod">
        <pc:chgData name="PABLO SUAREZ-OTERO GONZALEZ" userId="1d6ad970-492b-4d90-9b2e-dad7fd96df35" providerId="ADAL" clId="{6EB63035-4117-47A6-9F1E-8C8E4228594F}" dt="2023-06-20T22:37:51.316" v="348" actId="2696"/>
        <pc:sldMkLst>
          <pc:docMk/>
          <pc:sldMk cId="2977078626" sldId="272"/>
        </pc:sldMkLst>
        <pc:spChg chg="mod">
          <ac:chgData name="PABLO SUAREZ-OTERO GONZALEZ" userId="1d6ad970-492b-4d90-9b2e-dad7fd96df35" providerId="ADAL" clId="{6EB63035-4117-47A6-9F1E-8C8E4228594F}" dt="2023-06-20T22:29:18.038" v="340"/>
          <ac:spMkLst>
            <pc:docMk/>
            <pc:sldMk cId="2977078626" sldId="272"/>
            <ac:spMk id="9" creationId="{00000000-0000-0000-0000-000000000000}"/>
          </ac:spMkLst>
        </pc:spChg>
      </pc:sldChg>
      <pc:sldChg chg="del">
        <pc:chgData name="PABLO SUAREZ-OTERO GONZALEZ" userId="1d6ad970-492b-4d90-9b2e-dad7fd96df35" providerId="ADAL" clId="{6EB63035-4117-47A6-9F1E-8C8E4228594F}" dt="2023-06-20T23:03:31.588" v="482" actId="2696"/>
        <pc:sldMkLst>
          <pc:docMk/>
          <pc:sldMk cId="1564511597" sldId="273"/>
        </pc:sldMkLst>
      </pc:sldChg>
      <pc:sldChg chg="modSp mod">
        <pc:chgData name="PABLO SUAREZ-OTERO GONZALEZ" userId="1d6ad970-492b-4d90-9b2e-dad7fd96df35" providerId="ADAL" clId="{6EB63035-4117-47A6-9F1E-8C8E4228594F}" dt="2023-06-20T23:05:30.581" v="608" actId="20577"/>
        <pc:sldMkLst>
          <pc:docMk/>
          <pc:sldMk cId="3245474733" sldId="274"/>
        </pc:sldMkLst>
        <pc:spChg chg="mod">
          <ac:chgData name="PABLO SUAREZ-OTERO GONZALEZ" userId="1d6ad970-492b-4d90-9b2e-dad7fd96df35" providerId="ADAL" clId="{6EB63035-4117-47A6-9F1E-8C8E4228594F}" dt="2023-06-20T23:05:30.581" v="608" actId="20577"/>
          <ac:spMkLst>
            <pc:docMk/>
            <pc:sldMk cId="3245474733" sldId="274"/>
            <ac:spMk id="2" creationId="{00000000-0000-0000-0000-000000000000}"/>
          </ac:spMkLst>
        </pc:spChg>
      </pc:sldChg>
      <pc:sldChg chg="del">
        <pc:chgData name="PABLO SUAREZ-OTERO GONZALEZ" userId="1d6ad970-492b-4d90-9b2e-dad7fd96df35" providerId="ADAL" clId="{6EB63035-4117-47A6-9F1E-8C8E4228594F}" dt="2023-06-21T22:02:17.412" v="622" actId="2696"/>
        <pc:sldMkLst>
          <pc:docMk/>
          <pc:sldMk cId="448684024" sldId="275"/>
        </pc:sldMkLst>
      </pc:sldChg>
      <pc:sldChg chg="del">
        <pc:chgData name="PABLO SUAREZ-OTERO GONZALEZ" userId="1d6ad970-492b-4d90-9b2e-dad7fd96df35" providerId="ADAL" clId="{6EB63035-4117-47A6-9F1E-8C8E4228594F}" dt="2023-06-21T22:23:28.149" v="843" actId="2696"/>
        <pc:sldMkLst>
          <pc:docMk/>
          <pc:sldMk cId="1256562512" sldId="276"/>
        </pc:sldMkLst>
      </pc:sldChg>
      <pc:sldChg chg="modSp del mod">
        <pc:chgData name="PABLO SUAREZ-OTERO GONZALEZ" userId="1d6ad970-492b-4d90-9b2e-dad7fd96df35" providerId="ADAL" clId="{6EB63035-4117-47A6-9F1E-8C8E4228594F}" dt="2023-06-21T22:25:32.412" v="889" actId="47"/>
        <pc:sldMkLst>
          <pc:docMk/>
          <pc:sldMk cId="1877843167" sldId="277"/>
        </pc:sldMkLst>
        <pc:spChg chg="mod">
          <ac:chgData name="PABLO SUAREZ-OTERO GONZALEZ" userId="1d6ad970-492b-4d90-9b2e-dad7fd96df35" providerId="ADAL" clId="{6EB63035-4117-47A6-9F1E-8C8E4228594F}" dt="2023-06-21T22:23:03.153" v="841"/>
          <ac:spMkLst>
            <pc:docMk/>
            <pc:sldMk cId="1877843167" sldId="277"/>
            <ac:spMk id="2" creationId="{00000000-0000-0000-0000-000000000000}"/>
          </ac:spMkLst>
        </pc:spChg>
      </pc:sldChg>
      <pc:sldChg chg="del">
        <pc:chgData name="PABLO SUAREZ-OTERO GONZALEZ" userId="1d6ad970-492b-4d90-9b2e-dad7fd96df35" providerId="ADAL" clId="{6EB63035-4117-47A6-9F1E-8C8E4228594F}" dt="2023-06-21T22:47:46.179" v="1025" actId="2696"/>
        <pc:sldMkLst>
          <pc:docMk/>
          <pc:sldMk cId="579423889" sldId="278"/>
        </pc:sldMkLst>
      </pc:sldChg>
      <pc:sldChg chg="modSp mod">
        <pc:chgData name="PABLO SUAREZ-OTERO GONZALEZ" userId="1d6ad970-492b-4d90-9b2e-dad7fd96df35" providerId="ADAL" clId="{6EB63035-4117-47A6-9F1E-8C8E4228594F}" dt="2023-06-21T22:48:02.852" v="1026"/>
        <pc:sldMkLst>
          <pc:docMk/>
          <pc:sldMk cId="1010407031" sldId="279"/>
        </pc:sldMkLst>
        <pc:spChg chg="mod">
          <ac:chgData name="PABLO SUAREZ-OTERO GONZALEZ" userId="1d6ad970-492b-4d90-9b2e-dad7fd96df35" providerId="ADAL" clId="{6EB63035-4117-47A6-9F1E-8C8E4228594F}" dt="2023-06-21T22:48:02.852" v="1026"/>
          <ac:spMkLst>
            <pc:docMk/>
            <pc:sldMk cId="1010407031" sldId="279"/>
            <ac:spMk id="3" creationId="{00000000-0000-0000-0000-000000000000}"/>
          </ac:spMkLst>
        </pc:spChg>
      </pc:sldChg>
      <pc:sldChg chg="modSp mod">
        <pc:chgData name="PABLO SUAREZ-OTERO GONZALEZ" userId="1d6ad970-492b-4d90-9b2e-dad7fd96df35" providerId="ADAL" clId="{6EB63035-4117-47A6-9F1E-8C8E4228594F}" dt="2023-06-21T22:22:52.158" v="838" actId="20577"/>
        <pc:sldMkLst>
          <pc:docMk/>
          <pc:sldMk cId="3217406156" sldId="280"/>
        </pc:sldMkLst>
        <pc:spChg chg="mod">
          <ac:chgData name="PABLO SUAREZ-OTERO GONZALEZ" userId="1d6ad970-492b-4d90-9b2e-dad7fd96df35" providerId="ADAL" clId="{6EB63035-4117-47A6-9F1E-8C8E4228594F}" dt="2023-06-21T22:22:52.158" v="838" actId="20577"/>
          <ac:spMkLst>
            <pc:docMk/>
            <pc:sldMk cId="3217406156" sldId="280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6EB63035-4117-47A6-9F1E-8C8E4228594F}" dt="2023-06-21T22:48:33.437" v="1049" actId="20577"/>
        <pc:sldMkLst>
          <pc:docMk/>
          <pc:sldMk cId="2804615857" sldId="281"/>
        </pc:sldMkLst>
        <pc:spChg chg="mod">
          <ac:chgData name="PABLO SUAREZ-OTERO GONZALEZ" userId="1d6ad970-492b-4d90-9b2e-dad7fd96df35" providerId="ADAL" clId="{6EB63035-4117-47A6-9F1E-8C8E4228594F}" dt="2023-06-21T22:48:33.437" v="1049" actId="20577"/>
          <ac:spMkLst>
            <pc:docMk/>
            <pc:sldMk cId="2804615857" sldId="281"/>
            <ac:spMk id="3" creationId="{00000000-0000-0000-0000-000000000000}"/>
          </ac:spMkLst>
        </pc:spChg>
      </pc:sldChg>
      <pc:sldChg chg="del">
        <pc:chgData name="PABLO SUAREZ-OTERO GONZALEZ" userId="1d6ad970-492b-4d90-9b2e-dad7fd96df35" providerId="ADAL" clId="{6EB63035-4117-47A6-9F1E-8C8E4228594F}" dt="2023-06-21T22:46:19.732" v="993" actId="2696"/>
        <pc:sldMkLst>
          <pc:docMk/>
          <pc:sldMk cId="2233837868" sldId="284"/>
        </pc:sldMkLst>
      </pc:sldChg>
      <pc:sldChg chg="modSp mod">
        <pc:chgData name="PABLO SUAREZ-OTERO GONZALEZ" userId="1d6ad970-492b-4d90-9b2e-dad7fd96df35" providerId="ADAL" clId="{6EB63035-4117-47A6-9F1E-8C8E4228594F}" dt="2023-06-21T22:54:46.116" v="1188" actId="20577"/>
        <pc:sldMkLst>
          <pc:docMk/>
          <pc:sldMk cId="3653096523" sldId="287"/>
        </pc:sldMkLst>
        <pc:spChg chg="mod">
          <ac:chgData name="PABLO SUAREZ-OTERO GONZALEZ" userId="1d6ad970-492b-4d90-9b2e-dad7fd96df35" providerId="ADAL" clId="{6EB63035-4117-47A6-9F1E-8C8E4228594F}" dt="2023-06-21T22:54:46.116" v="1188" actId="20577"/>
          <ac:spMkLst>
            <pc:docMk/>
            <pc:sldMk cId="3653096523" sldId="287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6EB63035-4117-47A6-9F1E-8C8E4228594F}" dt="2023-06-21T23:07:07.288" v="1319" actId="5793"/>
        <pc:sldMkLst>
          <pc:docMk/>
          <pc:sldMk cId="245792914" sldId="289"/>
        </pc:sldMkLst>
        <pc:spChg chg="mod">
          <ac:chgData name="PABLO SUAREZ-OTERO GONZALEZ" userId="1d6ad970-492b-4d90-9b2e-dad7fd96df35" providerId="ADAL" clId="{6EB63035-4117-47A6-9F1E-8C8E4228594F}" dt="2023-06-21T23:07:07.288" v="1319" actId="5793"/>
          <ac:spMkLst>
            <pc:docMk/>
            <pc:sldMk cId="245792914" sldId="289"/>
            <ac:spMk id="2" creationId="{00000000-0000-0000-0000-000000000000}"/>
          </ac:spMkLst>
        </pc:spChg>
      </pc:sldChg>
      <pc:sldChg chg="modSp del mod">
        <pc:chgData name="PABLO SUAREZ-OTERO GONZALEZ" userId="1d6ad970-492b-4d90-9b2e-dad7fd96df35" providerId="ADAL" clId="{6EB63035-4117-47A6-9F1E-8C8E4228594F}" dt="2023-06-20T22:48:00.476" v="367" actId="2696"/>
        <pc:sldMkLst>
          <pc:docMk/>
          <pc:sldMk cId="2627858785" sldId="291"/>
        </pc:sldMkLst>
        <pc:spChg chg="mod">
          <ac:chgData name="PABLO SUAREZ-OTERO GONZALEZ" userId="1d6ad970-492b-4d90-9b2e-dad7fd96df35" providerId="ADAL" clId="{6EB63035-4117-47A6-9F1E-8C8E4228594F}" dt="2023-06-20T22:38:14.156" v="351" actId="20577"/>
          <ac:spMkLst>
            <pc:docMk/>
            <pc:sldMk cId="2627858785" sldId="291"/>
            <ac:spMk id="8" creationId="{00000000-0000-0000-0000-000000000000}"/>
          </ac:spMkLst>
        </pc:spChg>
      </pc:sldChg>
      <pc:sldChg chg="del">
        <pc:chgData name="PABLO SUAREZ-OTERO GONZALEZ" userId="1d6ad970-492b-4d90-9b2e-dad7fd96df35" providerId="ADAL" clId="{6EB63035-4117-47A6-9F1E-8C8E4228594F}" dt="2023-06-20T23:02:14.068" v="453" actId="2696"/>
        <pc:sldMkLst>
          <pc:docMk/>
          <pc:sldMk cId="4280176966" sldId="292"/>
        </pc:sldMkLst>
      </pc:sldChg>
      <pc:sldChg chg="modSp del mod">
        <pc:chgData name="PABLO SUAREZ-OTERO GONZALEZ" userId="1d6ad970-492b-4d90-9b2e-dad7fd96df35" providerId="ADAL" clId="{6EB63035-4117-47A6-9F1E-8C8E4228594F}" dt="2023-06-21T22:23:19.671" v="842" actId="2696"/>
        <pc:sldMkLst>
          <pc:docMk/>
          <pc:sldMk cId="3945428303" sldId="293"/>
        </pc:sldMkLst>
        <pc:spChg chg="mod">
          <ac:chgData name="PABLO SUAREZ-OTERO GONZALEZ" userId="1d6ad970-492b-4d90-9b2e-dad7fd96df35" providerId="ADAL" clId="{6EB63035-4117-47A6-9F1E-8C8E4228594F}" dt="2023-06-21T22:22:58.226" v="840"/>
          <ac:spMkLst>
            <pc:docMk/>
            <pc:sldMk cId="3945428303" sldId="293"/>
            <ac:spMk id="2" creationId="{00000000-0000-0000-0000-000000000000}"/>
          </ac:spMkLst>
        </pc:spChg>
      </pc:sldChg>
      <pc:sldChg chg="del">
        <pc:chgData name="PABLO SUAREZ-OTERO GONZALEZ" userId="1d6ad970-492b-4d90-9b2e-dad7fd96df35" providerId="ADAL" clId="{6EB63035-4117-47A6-9F1E-8C8E4228594F}" dt="2023-06-21T22:42:48.696" v="910" actId="2696"/>
        <pc:sldMkLst>
          <pc:docMk/>
          <pc:sldMk cId="226244151" sldId="294"/>
        </pc:sldMkLst>
      </pc:sldChg>
      <pc:sldChg chg="del">
        <pc:chgData name="PABLO SUAREZ-OTERO GONZALEZ" userId="1d6ad970-492b-4d90-9b2e-dad7fd96df35" providerId="ADAL" clId="{6EB63035-4117-47A6-9F1E-8C8E4228594F}" dt="2023-06-21T22:58:48.403" v="1229" actId="2696"/>
        <pc:sldMkLst>
          <pc:docMk/>
          <pc:sldMk cId="933844506" sldId="300"/>
        </pc:sldMkLst>
      </pc:sldChg>
      <pc:sldChg chg="modSp mod">
        <pc:chgData name="PABLO SUAREZ-OTERO GONZALEZ" userId="1d6ad970-492b-4d90-9b2e-dad7fd96df35" providerId="ADAL" clId="{6EB63035-4117-47A6-9F1E-8C8E4228594F}" dt="2023-06-20T22:28:52.142" v="334" actId="20577"/>
        <pc:sldMkLst>
          <pc:docMk/>
          <pc:sldMk cId="1514961065" sldId="301"/>
        </pc:sldMkLst>
        <pc:spChg chg="mod">
          <ac:chgData name="PABLO SUAREZ-OTERO GONZALEZ" userId="1d6ad970-492b-4d90-9b2e-dad7fd96df35" providerId="ADAL" clId="{6EB63035-4117-47A6-9F1E-8C8E4228594F}" dt="2023-06-20T22:28:52.142" v="334" actId="20577"/>
          <ac:spMkLst>
            <pc:docMk/>
            <pc:sldMk cId="1514961065" sldId="301"/>
            <ac:spMk id="9" creationId="{00000000-0000-0000-0000-000000000000}"/>
          </ac:spMkLst>
        </pc:spChg>
      </pc:sldChg>
      <pc:sldChg chg="modSp mod">
        <pc:chgData name="PABLO SUAREZ-OTERO GONZALEZ" userId="1d6ad970-492b-4d90-9b2e-dad7fd96df35" providerId="ADAL" clId="{6EB63035-4117-47A6-9F1E-8C8E4228594F}" dt="2023-06-20T22:10:38.471" v="156" actId="20577"/>
        <pc:sldMkLst>
          <pc:docMk/>
          <pc:sldMk cId="1862749323" sldId="304"/>
        </pc:sldMkLst>
        <pc:spChg chg="mod">
          <ac:chgData name="PABLO SUAREZ-OTERO GONZALEZ" userId="1d6ad970-492b-4d90-9b2e-dad7fd96df35" providerId="ADAL" clId="{6EB63035-4117-47A6-9F1E-8C8E4228594F}" dt="2023-06-20T22:10:38.471" v="156" actId="20577"/>
          <ac:spMkLst>
            <pc:docMk/>
            <pc:sldMk cId="1862749323" sldId="304"/>
            <ac:spMk id="3" creationId="{00000000-0000-0000-0000-000000000000}"/>
          </ac:spMkLst>
        </pc:spChg>
      </pc:sldChg>
      <pc:sldChg chg="modSp mod">
        <pc:chgData name="PABLO SUAREZ-OTERO GONZALEZ" userId="1d6ad970-492b-4d90-9b2e-dad7fd96df35" providerId="ADAL" clId="{6EB63035-4117-47A6-9F1E-8C8E4228594F}" dt="2023-06-20T22:15:07.211" v="254" actId="113"/>
        <pc:sldMkLst>
          <pc:docMk/>
          <pc:sldMk cId="2867992517" sldId="305"/>
        </pc:sldMkLst>
        <pc:spChg chg="mod">
          <ac:chgData name="PABLO SUAREZ-OTERO GONZALEZ" userId="1d6ad970-492b-4d90-9b2e-dad7fd96df35" providerId="ADAL" clId="{6EB63035-4117-47A6-9F1E-8C8E4228594F}" dt="2023-06-20T22:15:07.211" v="254" actId="113"/>
          <ac:spMkLst>
            <pc:docMk/>
            <pc:sldMk cId="2867992517" sldId="305"/>
            <ac:spMk id="3" creationId="{00000000-0000-0000-0000-000000000000}"/>
          </ac:spMkLst>
        </pc:spChg>
      </pc:sldChg>
      <pc:sldChg chg="del">
        <pc:chgData name="PABLO SUAREZ-OTERO GONZALEZ" userId="1d6ad970-492b-4d90-9b2e-dad7fd96df35" providerId="ADAL" clId="{6EB63035-4117-47A6-9F1E-8C8E4228594F}" dt="2023-06-20T22:24:13.054" v="277" actId="2696"/>
        <pc:sldMkLst>
          <pc:docMk/>
          <pc:sldMk cId="1380183126" sldId="306"/>
        </pc:sldMkLst>
      </pc:sldChg>
      <pc:sldChg chg="modSp mod">
        <pc:chgData name="PABLO SUAREZ-OTERO GONZALEZ" userId="1d6ad970-492b-4d90-9b2e-dad7fd96df35" providerId="ADAL" clId="{6EB63035-4117-47A6-9F1E-8C8E4228594F}" dt="2023-06-20T23:05:18.829" v="593" actId="20577"/>
        <pc:sldMkLst>
          <pc:docMk/>
          <pc:sldMk cId="3497488598" sldId="307"/>
        </pc:sldMkLst>
        <pc:spChg chg="mod">
          <ac:chgData name="PABLO SUAREZ-OTERO GONZALEZ" userId="1d6ad970-492b-4d90-9b2e-dad7fd96df35" providerId="ADAL" clId="{6EB63035-4117-47A6-9F1E-8C8E4228594F}" dt="2023-06-20T23:04:03.878" v="537" actId="20577"/>
          <ac:spMkLst>
            <pc:docMk/>
            <pc:sldMk cId="3497488598" sldId="307"/>
            <ac:spMk id="2" creationId="{00000000-0000-0000-0000-000000000000}"/>
          </ac:spMkLst>
        </pc:spChg>
        <pc:spChg chg="mod">
          <ac:chgData name="PABLO SUAREZ-OTERO GONZALEZ" userId="1d6ad970-492b-4d90-9b2e-dad7fd96df35" providerId="ADAL" clId="{6EB63035-4117-47A6-9F1E-8C8E4228594F}" dt="2023-06-20T23:05:18.829" v="593" actId="20577"/>
          <ac:spMkLst>
            <pc:docMk/>
            <pc:sldMk cId="3497488598" sldId="307"/>
            <ac:spMk id="3" creationId="{00000000-0000-0000-0000-000000000000}"/>
          </ac:spMkLst>
        </pc:spChg>
      </pc:sldChg>
      <pc:sldChg chg="add del">
        <pc:chgData name="PABLO SUAREZ-OTERO GONZALEZ" userId="1d6ad970-492b-4d90-9b2e-dad7fd96df35" providerId="ADAL" clId="{6EB63035-4117-47A6-9F1E-8C8E4228594F}" dt="2023-06-20T22:10:45.956" v="157" actId="2696"/>
        <pc:sldMkLst>
          <pc:docMk/>
          <pc:sldMk cId="430057592" sldId="308"/>
        </pc:sldMkLst>
      </pc:sldChg>
      <pc:sldChg chg="add del">
        <pc:chgData name="PABLO SUAREZ-OTERO GONZALEZ" userId="1d6ad970-492b-4d90-9b2e-dad7fd96df35" providerId="ADAL" clId="{6EB63035-4117-47A6-9F1E-8C8E4228594F}" dt="2023-06-20T22:15:14.035" v="255" actId="2696"/>
        <pc:sldMkLst>
          <pc:docMk/>
          <pc:sldMk cId="2372440734" sldId="308"/>
        </pc:sldMkLst>
      </pc:sldChg>
      <pc:sldChg chg="modSp add mod">
        <pc:chgData name="PABLO SUAREZ-OTERO GONZALEZ" userId="1d6ad970-492b-4d90-9b2e-dad7fd96df35" providerId="ADAL" clId="{6EB63035-4117-47A6-9F1E-8C8E4228594F}" dt="2023-06-20T22:24:10.478" v="276" actId="113"/>
        <pc:sldMkLst>
          <pc:docMk/>
          <pc:sldMk cId="3650131638" sldId="308"/>
        </pc:sldMkLst>
        <pc:spChg chg="mod">
          <ac:chgData name="PABLO SUAREZ-OTERO GONZALEZ" userId="1d6ad970-492b-4d90-9b2e-dad7fd96df35" providerId="ADAL" clId="{6EB63035-4117-47A6-9F1E-8C8E4228594F}" dt="2023-06-20T22:24:10.478" v="276" actId="113"/>
          <ac:spMkLst>
            <pc:docMk/>
            <pc:sldMk cId="3650131638" sldId="308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0T22:28:24.527" v="306" actId="20577"/>
        <pc:sldMkLst>
          <pc:docMk/>
          <pc:sldMk cId="790375911" sldId="309"/>
        </pc:sldMkLst>
        <pc:spChg chg="mod">
          <ac:chgData name="PABLO SUAREZ-OTERO GONZALEZ" userId="1d6ad970-492b-4d90-9b2e-dad7fd96df35" providerId="ADAL" clId="{6EB63035-4117-47A6-9F1E-8C8E4228594F}" dt="2023-06-20T22:28:24.527" v="306" actId="20577"/>
          <ac:spMkLst>
            <pc:docMk/>
            <pc:sldMk cId="790375911" sldId="309"/>
            <ac:spMk id="9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0T22:29:44.880" v="347" actId="15"/>
        <pc:sldMkLst>
          <pc:docMk/>
          <pc:sldMk cId="2569524893" sldId="310"/>
        </pc:sldMkLst>
        <pc:spChg chg="mod">
          <ac:chgData name="PABLO SUAREZ-OTERO GONZALEZ" userId="1d6ad970-492b-4d90-9b2e-dad7fd96df35" providerId="ADAL" clId="{6EB63035-4117-47A6-9F1E-8C8E4228594F}" dt="2023-06-20T22:29:44.880" v="347" actId="15"/>
          <ac:spMkLst>
            <pc:docMk/>
            <pc:sldMk cId="2569524893" sldId="310"/>
            <ac:spMk id="9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0T22:48:20.144" v="401" actId="20577"/>
        <pc:sldMkLst>
          <pc:docMk/>
          <pc:sldMk cId="3793918812" sldId="311"/>
        </pc:sldMkLst>
        <pc:spChg chg="mod">
          <ac:chgData name="PABLO SUAREZ-OTERO GONZALEZ" userId="1d6ad970-492b-4d90-9b2e-dad7fd96df35" providerId="ADAL" clId="{6EB63035-4117-47A6-9F1E-8C8E4228594F}" dt="2023-06-20T22:48:20.144" v="401" actId="20577"/>
          <ac:spMkLst>
            <pc:docMk/>
            <pc:sldMk cId="3793918812" sldId="311"/>
            <ac:spMk id="9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0T22:49:53.654" v="452" actId="20577"/>
        <pc:sldMkLst>
          <pc:docMk/>
          <pc:sldMk cId="1437809772" sldId="312"/>
        </pc:sldMkLst>
        <pc:spChg chg="mod">
          <ac:chgData name="PABLO SUAREZ-OTERO GONZALEZ" userId="1d6ad970-492b-4d90-9b2e-dad7fd96df35" providerId="ADAL" clId="{6EB63035-4117-47A6-9F1E-8C8E4228594F}" dt="2023-06-20T22:49:53.654" v="452" actId="20577"/>
          <ac:spMkLst>
            <pc:docMk/>
            <pc:sldMk cId="1437809772" sldId="312"/>
            <ac:spMk id="9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0T23:03:49.404" v="505" actId="1076"/>
        <pc:sldMkLst>
          <pc:docMk/>
          <pc:sldMk cId="4104833957" sldId="313"/>
        </pc:sldMkLst>
        <pc:spChg chg="mod">
          <ac:chgData name="PABLO SUAREZ-OTERO GONZALEZ" userId="1d6ad970-492b-4d90-9b2e-dad7fd96df35" providerId="ADAL" clId="{6EB63035-4117-47A6-9F1E-8C8E4228594F}" dt="2023-06-20T23:03:40.113" v="502" actId="6549"/>
          <ac:spMkLst>
            <pc:docMk/>
            <pc:sldMk cId="4104833957" sldId="313"/>
            <ac:spMk id="2" creationId="{00000000-0000-0000-0000-000000000000}"/>
          </ac:spMkLst>
        </pc:spChg>
        <pc:spChg chg="mod">
          <ac:chgData name="PABLO SUAREZ-OTERO GONZALEZ" userId="1d6ad970-492b-4d90-9b2e-dad7fd96df35" providerId="ADAL" clId="{6EB63035-4117-47A6-9F1E-8C8E4228594F}" dt="2023-06-20T23:03:49.404" v="505" actId="1076"/>
          <ac:spMkLst>
            <pc:docMk/>
            <pc:sldMk cId="4104833957" sldId="313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02:02.566" v="621" actId="20577"/>
        <pc:sldMkLst>
          <pc:docMk/>
          <pc:sldMk cId="915709062" sldId="314"/>
        </pc:sldMkLst>
        <pc:spChg chg="mod">
          <ac:chgData name="PABLO SUAREZ-OTERO GONZALEZ" userId="1d6ad970-492b-4d90-9b2e-dad7fd96df35" providerId="ADAL" clId="{6EB63035-4117-47A6-9F1E-8C8E4228594F}" dt="2023-06-21T22:02:02.566" v="621" actId="20577"/>
          <ac:spMkLst>
            <pc:docMk/>
            <pc:sldMk cId="915709062" sldId="314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05:24.417" v="715" actId="20577"/>
        <pc:sldMkLst>
          <pc:docMk/>
          <pc:sldMk cId="3589124768" sldId="315"/>
        </pc:sldMkLst>
        <pc:spChg chg="mod">
          <ac:chgData name="PABLO SUAREZ-OTERO GONZALEZ" userId="1d6ad970-492b-4d90-9b2e-dad7fd96df35" providerId="ADAL" clId="{6EB63035-4117-47A6-9F1E-8C8E4228594F}" dt="2023-06-21T22:04:20.250" v="656" actId="20577"/>
          <ac:spMkLst>
            <pc:docMk/>
            <pc:sldMk cId="3589124768" sldId="315"/>
            <ac:spMk id="2" creationId="{00000000-0000-0000-0000-000000000000}"/>
          </ac:spMkLst>
        </pc:spChg>
        <pc:spChg chg="mod">
          <ac:chgData name="PABLO SUAREZ-OTERO GONZALEZ" userId="1d6ad970-492b-4d90-9b2e-dad7fd96df35" providerId="ADAL" clId="{6EB63035-4117-47A6-9F1E-8C8E4228594F}" dt="2023-06-21T22:05:24.417" v="715" actId="20577"/>
          <ac:spMkLst>
            <pc:docMk/>
            <pc:sldMk cId="3589124768" sldId="315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22:55.631" v="839"/>
        <pc:sldMkLst>
          <pc:docMk/>
          <pc:sldMk cId="2359617113" sldId="316"/>
        </pc:sldMkLst>
        <pc:spChg chg="mod">
          <ac:chgData name="PABLO SUAREZ-OTERO GONZALEZ" userId="1d6ad970-492b-4d90-9b2e-dad7fd96df35" providerId="ADAL" clId="{6EB63035-4117-47A6-9F1E-8C8E4228594F}" dt="2023-06-21T22:22:55.631" v="839"/>
          <ac:spMkLst>
            <pc:docMk/>
            <pc:sldMk cId="2359617113" sldId="316"/>
            <ac:spMk id="2" creationId="{00000000-0000-0000-0000-000000000000}"/>
          </ac:spMkLst>
        </pc:spChg>
        <pc:spChg chg="mod">
          <ac:chgData name="PABLO SUAREZ-OTERO GONZALEZ" userId="1d6ad970-492b-4d90-9b2e-dad7fd96df35" providerId="ADAL" clId="{6EB63035-4117-47A6-9F1E-8C8E4228594F}" dt="2023-06-21T22:22:43.280" v="823" actId="20577"/>
          <ac:spMkLst>
            <pc:docMk/>
            <pc:sldMk cId="2359617113" sldId="316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25:19.896" v="888" actId="20577"/>
        <pc:sldMkLst>
          <pc:docMk/>
          <pc:sldMk cId="3382435969" sldId="317"/>
        </pc:sldMkLst>
        <pc:spChg chg="mod">
          <ac:chgData name="PABLO SUAREZ-OTERO GONZALEZ" userId="1d6ad970-492b-4d90-9b2e-dad7fd96df35" providerId="ADAL" clId="{6EB63035-4117-47A6-9F1E-8C8E4228594F}" dt="2023-06-21T22:25:19.896" v="888" actId="20577"/>
          <ac:spMkLst>
            <pc:docMk/>
            <pc:sldMk cId="3382435969" sldId="317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42:52.410" v="916" actId="20577"/>
        <pc:sldMkLst>
          <pc:docMk/>
          <pc:sldMk cId="378092910" sldId="318"/>
        </pc:sldMkLst>
        <pc:spChg chg="mod">
          <ac:chgData name="PABLO SUAREZ-OTERO GONZALEZ" userId="1d6ad970-492b-4d90-9b2e-dad7fd96df35" providerId="ADAL" clId="{6EB63035-4117-47A6-9F1E-8C8E4228594F}" dt="2023-06-21T22:42:52.410" v="916" actId="20577"/>
          <ac:spMkLst>
            <pc:docMk/>
            <pc:sldMk cId="378092910" sldId="318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45:36.365" v="992" actId="20577"/>
        <pc:sldMkLst>
          <pc:docMk/>
          <pc:sldMk cId="3612896735" sldId="319"/>
        </pc:sldMkLst>
        <pc:spChg chg="mod">
          <ac:chgData name="PABLO SUAREZ-OTERO GONZALEZ" userId="1d6ad970-492b-4d90-9b2e-dad7fd96df35" providerId="ADAL" clId="{6EB63035-4117-47A6-9F1E-8C8E4228594F}" dt="2023-06-21T22:45:36.365" v="992" actId="20577"/>
          <ac:spMkLst>
            <pc:docMk/>
            <pc:sldMk cId="3612896735" sldId="319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47:39.740" v="1024" actId="20577"/>
        <pc:sldMkLst>
          <pc:docMk/>
          <pc:sldMk cId="558242729" sldId="320"/>
        </pc:sldMkLst>
        <pc:spChg chg="mod">
          <ac:chgData name="PABLO SUAREZ-OTERO GONZALEZ" userId="1d6ad970-492b-4d90-9b2e-dad7fd96df35" providerId="ADAL" clId="{6EB63035-4117-47A6-9F1E-8C8E4228594F}" dt="2023-06-21T22:47:39.740" v="1024" actId="20577"/>
          <ac:spMkLst>
            <pc:docMk/>
            <pc:sldMk cId="558242729" sldId="320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53:32.660" v="1166" actId="20577"/>
        <pc:sldMkLst>
          <pc:docMk/>
          <pc:sldMk cId="2242426268" sldId="321"/>
        </pc:sldMkLst>
        <pc:spChg chg="mod">
          <ac:chgData name="PABLO SUAREZ-OTERO GONZALEZ" userId="1d6ad970-492b-4d90-9b2e-dad7fd96df35" providerId="ADAL" clId="{6EB63035-4117-47A6-9F1E-8C8E4228594F}" dt="2023-06-21T22:53:32.660" v="1166" actId="20577"/>
          <ac:spMkLst>
            <pc:docMk/>
            <pc:sldMk cId="2242426268" sldId="321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54:37.087" v="1186" actId="20577"/>
        <pc:sldMkLst>
          <pc:docMk/>
          <pc:sldMk cId="3520762622" sldId="322"/>
        </pc:sldMkLst>
        <pc:spChg chg="mod">
          <ac:chgData name="PABLO SUAREZ-OTERO GONZALEZ" userId="1d6ad970-492b-4d90-9b2e-dad7fd96df35" providerId="ADAL" clId="{6EB63035-4117-47A6-9F1E-8C8E4228594F}" dt="2023-06-21T22:54:37.087" v="1186" actId="20577"/>
          <ac:spMkLst>
            <pc:docMk/>
            <pc:sldMk cId="3520762622" sldId="322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58:36.852" v="1228" actId="20577"/>
        <pc:sldMkLst>
          <pc:docMk/>
          <pc:sldMk cId="1650898733" sldId="323"/>
        </pc:sldMkLst>
        <pc:spChg chg="mod">
          <ac:chgData name="PABLO SUAREZ-OTERO GONZALEZ" userId="1d6ad970-492b-4d90-9b2e-dad7fd96df35" providerId="ADAL" clId="{6EB63035-4117-47A6-9F1E-8C8E4228594F}" dt="2023-06-21T22:58:36.852" v="1228" actId="20577"/>
          <ac:spMkLst>
            <pc:docMk/>
            <pc:sldMk cId="1650898733" sldId="323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2:59:50.299" v="1242" actId="20577"/>
        <pc:sldMkLst>
          <pc:docMk/>
          <pc:sldMk cId="1255683574" sldId="324"/>
        </pc:sldMkLst>
        <pc:spChg chg="mod">
          <ac:chgData name="PABLO SUAREZ-OTERO GONZALEZ" userId="1d6ad970-492b-4d90-9b2e-dad7fd96df35" providerId="ADAL" clId="{6EB63035-4117-47A6-9F1E-8C8E4228594F}" dt="2023-06-21T22:59:50.299" v="1242" actId="20577"/>
          <ac:spMkLst>
            <pc:docMk/>
            <pc:sldMk cId="1255683574" sldId="324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3:00:40.233" v="1252" actId="15"/>
        <pc:sldMkLst>
          <pc:docMk/>
          <pc:sldMk cId="3282344345" sldId="325"/>
        </pc:sldMkLst>
        <pc:spChg chg="mod">
          <ac:chgData name="PABLO SUAREZ-OTERO GONZALEZ" userId="1d6ad970-492b-4d90-9b2e-dad7fd96df35" providerId="ADAL" clId="{6EB63035-4117-47A6-9F1E-8C8E4228594F}" dt="2023-06-21T23:00:40.233" v="1252" actId="15"/>
          <ac:spMkLst>
            <pc:docMk/>
            <pc:sldMk cId="3282344345" sldId="325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3:01:45.639" v="1284" actId="20577"/>
        <pc:sldMkLst>
          <pc:docMk/>
          <pc:sldMk cId="1547960784" sldId="326"/>
        </pc:sldMkLst>
        <pc:spChg chg="mod">
          <ac:chgData name="PABLO SUAREZ-OTERO GONZALEZ" userId="1d6ad970-492b-4d90-9b2e-dad7fd96df35" providerId="ADAL" clId="{6EB63035-4117-47A6-9F1E-8C8E4228594F}" dt="2023-06-21T23:01:45.639" v="1284" actId="20577"/>
          <ac:spMkLst>
            <pc:docMk/>
            <pc:sldMk cId="1547960784" sldId="326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3:03:24.561" v="1298" actId="15"/>
        <pc:sldMkLst>
          <pc:docMk/>
          <pc:sldMk cId="2156845842" sldId="327"/>
        </pc:sldMkLst>
        <pc:spChg chg="mod">
          <ac:chgData name="PABLO SUAREZ-OTERO GONZALEZ" userId="1d6ad970-492b-4d90-9b2e-dad7fd96df35" providerId="ADAL" clId="{6EB63035-4117-47A6-9F1E-8C8E4228594F}" dt="2023-06-21T23:03:24.561" v="1298" actId="15"/>
          <ac:spMkLst>
            <pc:docMk/>
            <pc:sldMk cId="2156845842" sldId="327"/>
            <ac:spMk id="3" creationId="{00000000-0000-0000-0000-000000000000}"/>
          </ac:spMkLst>
        </pc:spChg>
      </pc:sldChg>
      <pc:sldChg chg="modSp add mod">
        <pc:chgData name="PABLO SUAREZ-OTERO GONZALEZ" userId="1d6ad970-492b-4d90-9b2e-dad7fd96df35" providerId="ADAL" clId="{6EB63035-4117-47A6-9F1E-8C8E4228594F}" dt="2023-06-21T23:06:59.639" v="1305" actId="20577"/>
        <pc:sldMkLst>
          <pc:docMk/>
          <pc:sldMk cId="2662696148" sldId="328"/>
        </pc:sldMkLst>
        <pc:spChg chg="mod">
          <ac:chgData name="PABLO SUAREZ-OTERO GONZALEZ" userId="1d6ad970-492b-4d90-9b2e-dad7fd96df35" providerId="ADAL" clId="{6EB63035-4117-47A6-9F1E-8C8E4228594F}" dt="2023-06-21T23:06:59.639" v="1305" actId="20577"/>
          <ac:spMkLst>
            <pc:docMk/>
            <pc:sldMk cId="2662696148" sldId="328"/>
            <ac:spMk id="3" creationId="{00000000-0000-0000-0000-000000000000}"/>
          </ac:spMkLst>
        </pc:spChg>
      </pc:sldChg>
    </pc:docChg>
  </pc:docChgLst>
  <pc:docChgLst>
    <pc:chgData name="PABLO SUAREZ-OTERO GONZALEZ" userId="1d6ad970-492b-4d90-9b2e-dad7fd96df35" providerId="ADAL" clId="{003A3195-ED2D-42A9-95B8-D510BE51E0E3}"/>
    <pc:docChg chg="undo custSel delSld modSld">
      <pc:chgData name="PABLO SUAREZ-OTERO GONZALEZ" userId="1d6ad970-492b-4d90-9b2e-dad7fd96df35" providerId="ADAL" clId="{003A3195-ED2D-42A9-95B8-D510BE51E0E3}" dt="2023-07-19T18:50:23.862" v="211" actId="20577"/>
      <pc:docMkLst>
        <pc:docMk/>
      </pc:docMkLst>
      <pc:sldChg chg="modSp mod">
        <pc:chgData name="PABLO SUAREZ-OTERO GONZALEZ" userId="1d6ad970-492b-4d90-9b2e-dad7fd96df35" providerId="ADAL" clId="{003A3195-ED2D-42A9-95B8-D510BE51E0E3}" dt="2023-07-19T18:41:31.834" v="42"/>
        <pc:sldMkLst>
          <pc:docMk/>
          <pc:sldMk cId="0" sldId="261"/>
        </pc:sldMkLst>
        <pc:spChg chg="mod">
          <ac:chgData name="PABLO SUAREZ-OTERO GONZALEZ" userId="1d6ad970-492b-4d90-9b2e-dad7fd96df35" providerId="ADAL" clId="{003A3195-ED2D-42A9-95B8-D510BE51E0E3}" dt="2023-07-19T18:41:31.834" v="42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39:59.554" v="20"/>
        <pc:sldMkLst>
          <pc:docMk/>
          <pc:sldMk cId="603327200" sldId="271"/>
        </pc:sldMkLst>
        <pc:spChg chg="mod">
          <ac:chgData name="PABLO SUAREZ-OTERO GONZALEZ" userId="1d6ad970-492b-4d90-9b2e-dad7fd96df35" providerId="ADAL" clId="{003A3195-ED2D-42A9-95B8-D510BE51E0E3}" dt="2023-07-19T18:39:48.630" v="19" actId="20577"/>
          <ac:spMkLst>
            <pc:docMk/>
            <pc:sldMk cId="603327200" sldId="271"/>
            <ac:spMk id="8" creationId="{00000000-0000-0000-0000-000000000000}"/>
          </ac:spMkLst>
        </pc:spChg>
        <pc:spChg chg="mod">
          <ac:chgData name="PABLO SUAREZ-OTERO GONZALEZ" userId="1d6ad970-492b-4d90-9b2e-dad7fd96df35" providerId="ADAL" clId="{003A3195-ED2D-42A9-95B8-D510BE51E0E3}" dt="2023-07-19T18:39:59.554" v="20"/>
          <ac:spMkLst>
            <pc:docMk/>
            <pc:sldMk cId="603327200" sldId="271"/>
            <ac:spMk id="9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2:36.637" v="71" actId="20577"/>
        <pc:sldMkLst>
          <pc:docMk/>
          <pc:sldMk cId="1010407031" sldId="279"/>
        </pc:sldMkLst>
        <pc:spChg chg="mod">
          <ac:chgData name="PABLO SUAREZ-OTERO GONZALEZ" userId="1d6ad970-492b-4d90-9b2e-dad7fd96df35" providerId="ADAL" clId="{003A3195-ED2D-42A9-95B8-D510BE51E0E3}" dt="2023-07-19T18:42:36.637" v="71" actId="20577"/>
          <ac:spMkLst>
            <pc:docMk/>
            <pc:sldMk cId="1010407031" sldId="279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2:40.126" v="72"/>
        <pc:sldMkLst>
          <pc:docMk/>
          <pc:sldMk cId="2804615857" sldId="281"/>
        </pc:sldMkLst>
        <pc:spChg chg="mod">
          <ac:chgData name="PABLO SUAREZ-OTERO GONZALEZ" userId="1d6ad970-492b-4d90-9b2e-dad7fd96df35" providerId="ADAL" clId="{003A3195-ED2D-42A9-95B8-D510BE51E0E3}" dt="2023-07-19T18:42:40.126" v="72"/>
          <ac:spMkLst>
            <pc:docMk/>
            <pc:sldMk cId="2804615857" sldId="281"/>
            <ac:spMk id="2" creationId="{00000000-0000-0000-0000-000000000000}"/>
          </ac:spMkLst>
        </pc:spChg>
      </pc:sldChg>
      <pc:sldChg chg="del">
        <pc:chgData name="PABLO SUAREZ-OTERO GONZALEZ" userId="1d6ad970-492b-4d90-9b2e-dad7fd96df35" providerId="ADAL" clId="{003A3195-ED2D-42A9-95B8-D510BE51E0E3}" dt="2023-07-19T18:42:47.625" v="73" actId="47"/>
        <pc:sldMkLst>
          <pc:docMk/>
          <pc:sldMk cId="3272566259" sldId="282"/>
        </pc:sldMkLst>
      </pc:sldChg>
      <pc:sldChg chg="modSp del mod">
        <pc:chgData name="PABLO SUAREZ-OTERO GONZALEZ" userId="1d6ad970-492b-4d90-9b2e-dad7fd96df35" providerId="ADAL" clId="{003A3195-ED2D-42A9-95B8-D510BE51E0E3}" dt="2023-07-19T18:43:12.757" v="93" actId="47"/>
        <pc:sldMkLst>
          <pc:docMk/>
          <pc:sldMk cId="4152698955" sldId="283"/>
        </pc:sldMkLst>
        <pc:spChg chg="mod">
          <ac:chgData name="PABLO SUAREZ-OTERO GONZALEZ" userId="1d6ad970-492b-4d90-9b2e-dad7fd96df35" providerId="ADAL" clId="{003A3195-ED2D-42A9-95B8-D510BE51E0E3}" dt="2023-07-19T18:43:11.422" v="92" actId="6549"/>
          <ac:spMkLst>
            <pc:docMk/>
            <pc:sldMk cId="4152698955" sldId="283"/>
            <ac:spMk id="2" creationId="{00000000-0000-0000-0000-000000000000}"/>
          </ac:spMkLst>
        </pc:spChg>
      </pc:sldChg>
      <pc:sldChg chg="modSp del mod">
        <pc:chgData name="PABLO SUAREZ-OTERO GONZALEZ" userId="1d6ad970-492b-4d90-9b2e-dad7fd96df35" providerId="ADAL" clId="{003A3195-ED2D-42A9-95B8-D510BE51E0E3}" dt="2023-07-19T18:50:11.220" v="182" actId="47"/>
        <pc:sldMkLst>
          <pc:docMk/>
          <pc:sldMk cId="3278390352" sldId="285"/>
        </pc:sldMkLst>
        <pc:spChg chg="mod">
          <ac:chgData name="PABLO SUAREZ-OTERO GONZALEZ" userId="1d6ad970-492b-4d90-9b2e-dad7fd96df35" providerId="ADAL" clId="{003A3195-ED2D-42A9-95B8-D510BE51E0E3}" dt="2023-07-19T18:50:09.116" v="181" actId="20577"/>
          <ac:spMkLst>
            <pc:docMk/>
            <pc:sldMk cId="3278390352" sldId="285"/>
            <ac:spMk id="2" creationId="{00000000-0000-0000-0000-000000000000}"/>
          </ac:spMkLst>
        </pc:spChg>
      </pc:sldChg>
      <pc:sldChg chg="del">
        <pc:chgData name="PABLO SUAREZ-OTERO GONZALEZ" userId="1d6ad970-492b-4d90-9b2e-dad7fd96df35" providerId="ADAL" clId="{003A3195-ED2D-42A9-95B8-D510BE51E0E3}" dt="2023-07-19T18:49:43.347" v="125" actId="47"/>
        <pc:sldMkLst>
          <pc:docMk/>
          <pc:sldMk cId="140088338" sldId="286"/>
        </pc:sldMkLst>
      </pc:sldChg>
      <pc:sldChg chg="modSp del mod">
        <pc:chgData name="PABLO SUAREZ-OTERO GONZALEZ" userId="1d6ad970-492b-4d90-9b2e-dad7fd96df35" providerId="ADAL" clId="{003A3195-ED2D-42A9-95B8-D510BE51E0E3}" dt="2023-07-19T18:41:24.610" v="39" actId="47"/>
        <pc:sldMkLst>
          <pc:docMk/>
          <pc:sldMk cId="243452761" sldId="290"/>
        </pc:sldMkLst>
        <pc:spChg chg="mod">
          <ac:chgData name="PABLO SUAREZ-OTERO GONZALEZ" userId="1d6ad970-492b-4d90-9b2e-dad7fd96df35" providerId="ADAL" clId="{003A3195-ED2D-42A9-95B8-D510BE51E0E3}" dt="2023-07-19T18:41:21.588" v="38" actId="20577"/>
          <ac:spMkLst>
            <pc:docMk/>
            <pc:sldMk cId="243452761" sldId="290"/>
            <ac:spMk id="8" creationId="{00000000-0000-0000-0000-000000000000}"/>
          </ac:spMkLst>
        </pc:spChg>
      </pc:sldChg>
      <pc:sldChg chg="del">
        <pc:chgData name="PABLO SUAREZ-OTERO GONZALEZ" userId="1d6ad970-492b-4d90-9b2e-dad7fd96df35" providerId="ADAL" clId="{003A3195-ED2D-42A9-95B8-D510BE51E0E3}" dt="2023-07-19T18:44:10.866" v="95" actId="47"/>
        <pc:sldMkLst>
          <pc:docMk/>
          <pc:sldMk cId="3792396030" sldId="296"/>
        </pc:sldMkLst>
      </pc:sldChg>
      <pc:sldChg chg="del">
        <pc:chgData name="PABLO SUAREZ-OTERO GONZALEZ" userId="1d6ad970-492b-4d90-9b2e-dad7fd96df35" providerId="ADAL" clId="{003A3195-ED2D-42A9-95B8-D510BE51E0E3}" dt="2023-07-19T18:49:27.717" v="123" actId="47"/>
        <pc:sldMkLst>
          <pc:docMk/>
          <pc:sldMk cId="1360866109" sldId="297"/>
        </pc:sldMkLst>
      </pc:sldChg>
      <pc:sldChg chg="modSp mod">
        <pc:chgData name="PABLO SUAREZ-OTERO GONZALEZ" userId="1d6ad970-492b-4d90-9b2e-dad7fd96df35" providerId="ADAL" clId="{003A3195-ED2D-42A9-95B8-D510BE51E0E3}" dt="2023-07-19T18:41:28.626" v="41"/>
        <pc:sldMkLst>
          <pc:docMk/>
          <pc:sldMk cId="1514961065" sldId="301"/>
        </pc:sldMkLst>
        <pc:spChg chg="mod">
          <ac:chgData name="PABLO SUAREZ-OTERO GONZALEZ" userId="1d6ad970-492b-4d90-9b2e-dad7fd96df35" providerId="ADAL" clId="{003A3195-ED2D-42A9-95B8-D510BE51E0E3}" dt="2023-07-19T18:41:28.626" v="41"/>
          <ac:spMkLst>
            <pc:docMk/>
            <pc:sldMk cId="1514961065" sldId="301"/>
            <ac:spMk id="8" creationId="{00000000-0000-0000-0000-000000000000}"/>
          </ac:spMkLst>
        </pc:spChg>
      </pc:sldChg>
      <pc:sldChg chg="modSp del mod">
        <pc:chgData name="PABLO SUAREZ-OTERO GONZALEZ" userId="1d6ad970-492b-4d90-9b2e-dad7fd96df35" providerId="ADAL" clId="{003A3195-ED2D-42A9-95B8-D510BE51E0E3}" dt="2023-07-19T18:50:00.820" v="158" actId="47"/>
        <pc:sldMkLst>
          <pc:docMk/>
          <pc:sldMk cId="3102709148" sldId="302"/>
        </pc:sldMkLst>
        <pc:spChg chg="mod">
          <ac:chgData name="PABLO SUAREZ-OTERO GONZALEZ" userId="1d6ad970-492b-4d90-9b2e-dad7fd96df35" providerId="ADAL" clId="{003A3195-ED2D-42A9-95B8-D510BE51E0E3}" dt="2023-07-19T18:49:56.672" v="157" actId="20577"/>
          <ac:spMkLst>
            <pc:docMk/>
            <pc:sldMk cId="3102709148" sldId="302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50:23.862" v="211" actId="20577"/>
        <pc:sldMkLst>
          <pc:docMk/>
          <pc:sldMk cId="4287302540" sldId="303"/>
        </pc:sldMkLst>
        <pc:spChg chg="mod">
          <ac:chgData name="PABLO SUAREZ-OTERO GONZALEZ" userId="1d6ad970-492b-4d90-9b2e-dad7fd96df35" providerId="ADAL" clId="{003A3195-ED2D-42A9-95B8-D510BE51E0E3}" dt="2023-07-19T18:39:35.368" v="8" actId="20577"/>
          <ac:spMkLst>
            <pc:docMk/>
            <pc:sldMk cId="4287302540" sldId="303"/>
            <ac:spMk id="5122" creationId="{00000000-0000-0000-0000-000000000000}"/>
          </ac:spMkLst>
        </pc:spChg>
        <pc:spChg chg="mod">
          <ac:chgData name="PABLO SUAREZ-OTERO GONZALEZ" userId="1d6ad970-492b-4d90-9b2e-dad7fd96df35" providerId="ADAL" clId="{003A3195-ED2D-42A9-95B8-D510BE51E0E3}" dt="2023-07-19T18:50:23.862" v="211" actId="20577"/>
          <ac:spMkLst>
            <pc:docMk/>
            <pc:sldMk cId="4287302540" sldId="303"/>
            <ac:spMk id="5123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0:13.975" v="21"/>
        <pc:sldMkLst>
          <pc:docMk/>
          <pc:sldMk cId="1862749323" sldId="304"/>
        </pc:sldMkLst>
        <pc:spChg chg="mod">
          <ac:chgData name="PABLO SUAREZ-OTERO GONZALEZ" userId="1d6ad970-492b-4d90-9b2e-dad7fd96df35" providerId="ADAL" clId="{003A3195-ED2D-42A9-95B8-D510BE51E0E3}" dt="2023-07-19T18:40:13.975" v="21"/>
          <ac:spMkLst>
            <pc:docMk/>
            <pc:sldMk cId="1862749323" sldId="304"/>
            <ac:spMk id="2" creationId="{00000000-0000-0000-0000-000000000000}"/>
          </ac:spMkLst>
        </pc:spChg>
      </pc:sldChg>
      <pc:sldChg chg="modSp">
        <pc:chgData name="PABLO SUAREZ-OTERO GONZALEZ" userId="1d6ad970-492b-4d90-9b2e-dad7fd96df35" providerId="ADAL" clId="{003A3195-ED2D-42A9-95B8-D510BE51E0E3}" dt="2023-07-19T18:41:12.326" v="23"/>
        <pc:sldMkLst>
          <pc:docMk/>
          <pc:sldMk cId="2867992517" sldId="305"/>
        </pc:sldMkLst>
        <pc:spChg chg="mod">
          <ac:chgData name="PABLO SUAREZ-OTERO GONZALEZ" userId="1d6ad970-492b-4d90-9b2e-dad7fd96df35" providerId="ADAL" clId="{003A3195-ED2D-42A9-95B8-D510BE51E0E3}" dt="2023-07-19T18:41:12.326" v="23"/>
          <ac:spMkLst>
            <pc:docMk/>
            <pc:sldMk cId="2867992517" sldId="305"/>
            <ac:spMk id="2" creationId="{00000000-0000-0000-0000-000000000000}"/>
          </ac:spMkLst>
        </pc:spChg>
      </pc:sldChg>
      <pc:sldChg chg="modSp">
        <pc:chgData name="PABLO SUAREZ-OTERO GONZALEZ" userId="1d6ad970-492b-4d90-9b2e-dad7fd96df35" providerId="ADAL" clId="{003A3195-ED2D-42A9-95B8-D510BE51E0E3}" dt="2023-07-19T18:41:12.326" v="23"/>
        <pc:sldMkLst>
          <pc:docMk/>
          <pc:sldMk cId="3650131638" sldId="308"/>
        </pc:sldMkLst>
        <pc:spChg chg="mod">
          <ac:chgData name="PABLO SUAREZ-OTERO GONZALEZ" userId="1d6ad970-492b-4d90-9b2e-dad7fd96df35" providerId="ADAL" clId="{003A3195-ED2D-42A9-95B8-D510BE51E0E3}" dt="2023-07-19T18:41:12.326" v="23"/>
          <ac:spMkLst>
            <pc:docMk/>
            <pc:sldMk cId="3650131638" sldId="308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1:26.425" v="40"/>
        <pc:sldMkLst>
          <pc:docMk/>
          <pc:sldMk cId="790375911" sldId="309"/>
        </pc:sldMkLst>
        <pc:spChg chg="mod">
          <ac:chgData name="PABLO SUAREZ-OTERO GONZALEZ" userId="1d6ad970-492b-4d90-9b2e-dad7fd96df35" providerId="ADAL" clId="{003A3195-ED2D-42A9-95B8-D510BE51E0E3}" dt="2023-07-19T18:41:26.425" v="40"/>
          <ac:spMkLst>
            <pc:docMk/>
            <pc:sldMk cId="790375911" sldId="309"/>
            <ac:spMk id="8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2:00.243" v="43" actId="33524"/>
        <pc:sldMkLst>
          <pc:docMk/>
          <pc:sldMk cId="2359617113" sldId="316"/>
        </pc:sldMkLst>
        <pc:spChg chg="mod">
          <ac:chgData name="PABLO SUAREZ-OTERO GONZALEZ" userId="1d6ad970-492b-4d90-9b2e-dad7fd96df35" providerId="ADAL" clId="{003A3195-ED2D-42A9-95B8-D510BE51E0E3}" dt="2023-07-19T18:42:00.243" v="43" actId="33524"/>
          <ac:spMkLst>
            <pc:docMk/>
            <pc:sldMk cId="2359617113" sldId="316"/>
            <ac:spMk id="3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2:14.275" v="44"/>
        <pc:sldMkLst>
          <pc:docMk/>
          <pc:sldMk cId="378092910" sldId="318"/>
        </pc:sldMkLst>
        <pc:spChg chg="mod">
          <ac:chgData name="PABLO SUAREZ-OTERO GONZALEZ" userId="1d6ad970-492b-4d90-9b2e-dad7fd96df35" providerId="ADAL" clId="{003A3195-ED2D-42A9-95B8-D510BE51E0E3}" dt="2023-07-19T18:42:14.275" v="44"/>
          <ac:spMkLst>
            <pc:docMk/>
            <pc:sldMk cId="378092910" sldId="318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2:16.123" v="45"/>
        <pc:sldMkLst>
          <pc:docMk/>
          <pc:sldMk cId="3612896735" sldId="319"/>
        </pc:sldMkLst>
        <pc:spChg chg="mod">
          <ac:chgData name="PABLO SUAREZ-OTERO GONZALEZ" userId="1d6ad970-492b-4d90-9b2e-dad7fd96df35" providerId="ADAL" clId="{003A3195-ED2D-42A9-95B8-D510BE51E0E3}" dt="2023-07-19T18:42:16.123" v="45"/>
          <ac:spMkLst>
            <pc:docMk/>
            <pc:sldMk cId="3612896735" sldId="319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2:27.573" v="63" actId="20577"/>
        <pc:sldMkLst>
          <pc:docMk/>
          <pc:sldMk cId="558242729" sldId="320"/>
        </pc:sldMkLst>
        <pc:spChg chg="mod">
          <ac:chgData name="PABLO SUAREZ-OTERO GONZALEZ" userId="1d6ad970-492b-4d90-9b2e-dad7fd96df35" providerId="ADAL" clId="{003A3195-ED2D-42A9-95B8-D510BE51E0E3}" dt="2023-07-19T18:42:27.573" v="63" actId="20577"/>
          <ac:spMkLst>
            <pc:docMk/>
            <pc:sldMk cId="558242729" sldId="320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2:56.316" v="78" actId="20577"/>
        <pc:sldMkLst>
          <pc:docMk/>
          <pc:sldMk cId="2242426268" sldId="321"/>
        </pc:sldMkLst>
        <pc:spChg chg="mod">
          <ac:chgData name="PABLO SUAREZ-OTERO GONZALEZ" userId="1d6ad970-492b-4d90-9b2e-dad7fd96df35" providerId="ADAL" clId="{003A3195-ED2D-42A9-95B8-D510BE51E0E3}" dt="2023-07-19T18:42:56.316" v="78" actId="20577"/>
          <ac:spMkLst>
            <pc:docMk/>
            <pc:sldMk cId="2242426268" sldId="321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3:14.652" v="94"/>
        <pc:sldMkLst>
          <pc:docMk/>
          <pc:sldMk cId="3520762622" sldId="322"/>
        </pc:sldMkLst>
        <pc:spChg chg="mod">
          <ac:chgData name="PABLO SUAREZ-OTERO GONZALEZ" userId="1d6ad970-492b-4d90-9b2e-dad7fd96df35" providerId="ADAL" clId="{003A3195-ED2D-42A9-95B8-D510BE51E0E3}" dt="2023-07-19T18:43:14.652" v="94"/>
          <ac:spMkLst>
            <pc:docMk/>
            <pc:sldMk cId="3520762622" sldId="322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4:23.588" v="121" actId="20577"/>
        <pc:sldMkLst>
          <pc:docMk/>
          <pc:sldMk cId="1650898733" sldId="323"/>
        </pc:sldMkLst>
        <pc:spChg chg="mod">
          <ac:chgData name="PABLO SUAREZ-OTERO GONZALEZ" userId="1d6ad970-492b-4d90-9b2e-dad7fd96df35" providerId="ADAL" clId="{003A3195-ED2D-42A9-95B8-D510BE51E0E3}" dt="2023-07-19T18:44:23.588" v="121" actId="20577"/>
          <ac:spMkLst>
            <pc:docMk/>
            <pc:sldMk cId="1650898733" sldId="323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9:25.709" v="122"/>
        <pc:sldMkLst>
          <pc:docMk/>
          <pc:sldMk cId="1255683574" sldId="324"/>
        </pc:sldMkLst>
        <pc:spChg chg="mod">
          <ac:chgData name="PABLO SUAREZ-OTERO GONZALEZ" userId="1d6ad970-492b-4d90-9b2e-dad7fd96df35" providerId="ADAL" clId="{003A3195-ED2D-42A9-95B8-D510BE51E0E3}" dt="2023-07-19T18:49:25.709" v="122"/>
          <ac:spMkLst>
            <pc:docMk/>
            <pc:sldMk cId="1255683574" sldId="324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9:30.239" v="124"/>
        <pc:sldMkLst>
          <pc:docMk/>
          <pc:sldMk cId="3282344345" sldId="325"/>
        </pc:sldMkLst>
        <pc:spChg chg="mod">
          <ac:chgData name="PABLO SUAREZ-OTERO GONZALEZ" userId="1d6ad970-492b-4d90-9b2e-dad7fd96df35" providerId="ADAL" clId="{003A3195-ED2D-42A9-95B8-D510BE51E0E3}" dt="2023-07-19T18:49:30.239" v="124"/>
          <ac:spMkLst>
            <pc:docMk/>
            <pc:sldMk cId="3282344345" sldId="325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49:47.421" v="136" actId="20577"/>
        <pc:sldMkLst>
          <pc:docMk/>
          <pc:sldMk cId="1547960784" sldId="326"/>
        </pc:sldMkLst>
        <pc:spChg chg="mod">
          <ac:chgData name="PABLO SUAREZ-OTERO GONZALEZ" userId="1d6ad970-492b-4d90-9b2e-dad7fd96df35" providerId="ADAL" clId="{003A3195-ED2D-42A9-95B8-D510BE51E0E3}" dt="2023-07-19T18:49:47.421" v="136" actId="20577"/>
          <ac:spMkLst>
            <pc:docMk/>
            <pc:sldMk cId="1547960784" sldId="326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50:02.268" v="159"/>
        <pc:sldMkLst>
          <pc:docMk/>
          <pc:sldMk cId="2156845842" sldId="327"/>
        </pc:sldMkLst>
        <pc:spChg chg="mod">
          <ac:chgData name="PABLO SUAREZ-OTERO GONZALEZ" userId="1d6ad970-492b-4d90-9b2e-dad7fd96df35" providerId="ADAL" clId="{003A3195-ED2D-42A9-95B8-D510BE51E0E3}" dt="2023-07-19T18:50:02.268" v="159"/>
          <ac:spMkLst>
            <pc:docMk/>
            <pc:sldMk cId="2156845842" sldId="327"/>
            <ac:spMk id="2" creationId="{00000000-0000-0000-0000-000000000000}"/>
          </ac:spMkLst>
        </pc:spChg>
      </pc:sldChg>
      <pc:sldChg chg="modSp mod">
        <pc:chgData name="PABLO SUAREZ-OTERO GONZALEZ" userId="1d6ad970-492b-4d90-9b2e-dad7fd96df35" providerId="ADAL" clId="{003A3195-ED2D-42A9-95B8-D510BE51E0E3}" dt="2023-07-19T18:50:12.650" v="183"/>
        <pc:sldMkLst>
          <pc:docMk/>
          <pc:sldMk cId="2662696148" sldId="328"/>
        </pc:sldMkLst>
        <pc:spChg chg="mod">
          <ac:chgData name="PABLO SUAREZ-OTERO GONZALEZ" userId="1d6ad970-492b-4d90-9b2e-dad7fd96df35" providerId="ADAL" clId="{003A3195-ED2D-42A9-95B8-D510BE51E0E3}" dt="2023-07-19T18:50:12.650" v="183"/>
          <ac:spMkLst>
            <pc:docMk/>
            <pc:sldMk cId="2662696148" sldId="328"/>
            <ac:spMk id="2" creationId="{00000000-0000-0000-0000-000000000000}"/>
          </ac:spMkLst>
        </pc:spChg>
      </pc:sldChg>
    </pc:docChg>
  </pc:docChgLst>
  <pc:docChgLst>
    <pc:chgData name="CRISTIAN AUGUSTO ALONSO" userId="8bd297f2-7fb0-4884-a89f-a644fef730f4" providerId="ADAL" clId="{537E60F6-239C-4046-BE16-3BE89AD3694F}"/>
    <pc:docChg chg="undo custSel addSld delSld modSld sldOrd">
      <pc:chgData name="CRISTIAN AUGUSTO ALONSO" userId="8bd297f2-7fb0-4884-a89f-a644fef730f4" providerId="ADAL" clId="{537E60F6-239C-4046-BE16-3BE89AD3694F}" dt="2023-10-18T14:28:10.281" v="4047" actId="164"/>
      <pc:docMkLst>
        <pc:docMk/>
      </pc:docMkLst>
      <pc:sldChg chg="del">
        <pc:chgData name="CRISTIAN AUGUSTO ALONSO" userId="8bd297f2-7fb0-4884-a89f-a644fef730f4" providerId="ADAL" clId="{537E60F6-239C-4046-BE16-3BE89AD3694F}" dt="2023-10-17T15:22:54.520" v="3785" actId="47"/>
        <pc:sldMkLst>
          <pc:docMk/>
          <pc:sldMk cId="788137819" sldId="298"/>
        </pc:sldMkLst>
      </pc:sldChg>
      <pc:sldChg chg="del">
        <pc:chgData name="CRISTIAN AUGUSTO ALONSO" userId="8bd297f2-7fb0-4884-a89f-a644fef730f4" providerId="ADAL" clId="{537E60F6-239C-4046-BE16-3BE89AD3694F}" dt="2023-10-17T15:22:53.533" v="3784" actId="47"/>
        <pc:sldMkLst>
          <pc:docMk/>
          <pc:sldMk cId="2714407227" sldId="299"/>
        </pc:sldMkLst>
      </pc:sldChg>
      <pc:sldChg chg="modSp mod">
        <pc:chgData name="CRISTIAN AUGUSTO ALONSO" userId="8bd297f2-7fb0-4884-a89f-a644fef730f4" providerId="ADAL" clId="{537E60F6-239C-4046-BE16-3BE89AD3694F}" dt="2023-10-17T13:19:28.118" v="97" actId="20577"/>
        <pc:sldMkLst>
          <pc:docMk/>
          <pc:sldMk cId="4287302540" sldId="303"/>
        </pc:sldMkLst>
        <pc:spChg chg="mod">
          <ac:chgData name="CRISTIAN AUGUSTO ALONSO" userId="8bd297f2-7fb0-4884-a89f-a644fef730f4" providerId="ADAL" clId="{537E60F6-239C-4046-BE16-3BE89AD3694F}" dt="2023-10-17T13:19:10.701" v="78" actId="20577"/>
          <ac:spMkLst>
            <pc:docMk/>
            <pc:sldMk cId="4287302540" sldId="303"/>
            <ac:spMk id="4" creationId="{F8F660A4-E06C-1FAC-DD8F-A5F368BB46C4}"/>
          </ac:spMkLst>
        </pc:spChg>
        <pc:spChg chg="mod">
          <ac:chgData name="CRISTIAN AUGUSTO ALONSO" userId="8bd297f2-7fb0-4884-a89f-a644fef730f4" providerId="ADAL" clId="{537E60F6-239C-4046-BE16-3BE89AD3694F}" dt="2023-10-17T13:19:28.118" v="97" actId="20577"/>
          <ac:spMkLst>
            <pc:docMk/>
            <pc:sldMk cId="4287302540" sldId="303"/>
            <ac:spMk id="5122" creationId="{00000000-0000-0000-0000-000000000000}"/>
          </ac:spMkLst>
        </pc:spChg>
      </pc:sldChg>
      <pc:sldChg chg="addSp delSp modSp mod modAnim">
        <pc:chgData name="CRISTIAN AUGUSTO ALONSO" userId="8bd297f2-7fb0-4884-a89f-a644fef730f4" providerId="ADAL" clId="{537E60F6-239C-4046-BE16-3BE89AD3694F}" dt="2023-10-18T14:24:21.742" v="4038" actId="478"/>
        <pc:sldMkLst>
          <pc:docMk/>
          <pc:sldMk cId="1268340918" sldId="304"/>
        </pc:sldMkLst>
        <pc:spChg chg="del">
          <ac:chgData name="CRISTIAN AUGUSTO ALONSO" userId="8bd297f2-7fb0-4884-a89f-a644fef730f4" providerId="ADAL" clId="{537E60F6-239C-4046-BE16-3BE89AD3694F}" dt="2023-10-17T13:20:03.559" v="98" actId="478"/>
          <ac:spMkLst>
            <pc:docMk/>
            <pc:sldMk cId="1268340918" sldId="304"/>
            <ac:spMk id="2" creationId="{E892C286-736C-7B24-93F3-F837EEE5275F}"/>
          </ac:spMkLst>
        </pc:spChg>
        <pc:spChg chg="del">
          <ac:chgData name="CRISTIAN AUGUSTO ALONSO" userId="8bd297f2-7fb0-4884-a89f-a644fef730f4" providerId="ADAL" clId="{537E60F6-239C-4046-BE16-3BE89AD3694F}" dt="2023-10-17T13:20:06.470" v="99" actId="478"/>
          <ac:spMkLst>
            <pc:docMk/>
            <pc:sldMk cId="1268340918" sldId="304"/>
            <ac:spMk id="3" creationId="{5BE0CC87-5E64-E54A-880D-3EB089CE436F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5" creationId="{45DD8E1D-A0AE-715B-E836-2460E1469A6C}"/>
          </ac:spMkLst>
        </pc:spChg>
        <pc:spChg chg="add mod ord topLvl">
          <ac:chgData name="CRISTIAN AUGUSTO ALONSO" userId="8bd297f2-7fb0-4884-a89f-a644fef730f4" providerId="ADAL" clId="{537E60F6-239C-4046-BE16-3BE89AD3694F}" dt="2023-10-17T15:52:24.312" v="3976" actId="1036"/>
          <ac:spMkLst>
            <pc:docMk/>
            <pc:sldMk cId="1268340918" sldId="304"/>
            <ac:spMk id="16" creationId="{27A27BE6-F129-809D-9935-74DED86E8DED}"/>
          </ac:spMkLst>
        </pc:spChg>
        <pc:spChg chg="add mod topLvl">
          <ac:chgData name="CRISTIAN AUGUSTO ALONSO" userId="8bd297f2-7fb0-4884-a89f-a644fef730f4" providerId="ADAL" clId="{537E60F6-239C-4046-BE16-3BE89AD3694F}" dt="2023-10-17T15:52:18.361" v="3961" actId="1036"/>
          <ac:spMkLst>
            <pc:docMk/>
            <pc:sldMk cId="1268340918" sldId="304"/>
            <ac:spMk id="17" creationId="{E5D89FBA-47C3-BF58-07A4-A7DB9075570A}"/>
          </ac:spMkLst>
        </pc:spChg>
        <pc:spChg chg="add del mod">
          <ac:chgData name="CRISTIAN AUGUSTO ALONSO" userId="8bd297f2-7fb0-4884-a89f-a644fef730f4" providerId="ADAL" clId="{537E60F6-239C-4046-BE16-3BE89AD3694F}" dt="2023-10-17T13:24:54.193" v="168" actId="478"/>
          <ac:spMkLst>
            <pc:docMk/>
            <pc:sldMk cId="1268340918" sldId="304"/>
            <ac:spMk id="18" creationId="{143EBD43-FCE6-3011-D821-E290D6D596D1}"/>
          </ac:spMkLst>
        </pc:spChg>
        <pc:spChg chg="mod topLvl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20" creationId="{900EBC5B-1377-D6A7-CE94-9778BC18250C}"/>
          </ac:spMkLst>
        </pc:spChg>
        <pc:spChg chg="add del mod topLvl">
          <ac:chgData name="CRISTIAN AUGUSTO ALONSO" userId="8bd297f2-7fb0-4884-a89f-a644fef730f4" providerId="ADAL" clId="{537E60F6-239C-4046-BE16-3BE89AD3694F}" dt="2023-10-17T13:31:53.512" v="330" actId="478"/>
          <ac:spMkLst>
            <pc:docMk/>
            <pc:sldMk cId="1268340918" sldId="304"/>
            <ac:spMk id="21" creationId="{48128706-8370-E40E-3C6E-A6C4E2B6DF7A}"/>
          </ac:spMkLst>
        </pc:spChg>
        <pc:spChg chg="del mod">
          <ac:chgData name="CRISTIAN AUGUSTO ALONSO" userId="8bd297f2-7fb0-4884-a89f-a644fef730f4" providerId="ADAL" clId="{537E60F6-239C-4046-BE16-3BE89AD3694F}" dt="2023-10-17T13:28:28.503" v="196" actId="478"/>
          <ac:spMkLst>
            <pc:docMk/>
            <pc:sldMk cId="1268340918" sldId="304"/>
            <ac:spMk id="22" creationId="{CA9540BE-845D-7C84-DC7A-1E765DD44529}"/>
          </ac:spMkLst>
        </pc:spChg>
        <pc:spChg chg="add del mod">
          <ac:chgData name="CRISTIAN AUGUSTO ALONSO" userId="8bd297f2-7fb0-4884-a89f-a644fef730f4" providerId="ADAL" clId="{537E60F6-239C-4046-BE16-3BE89AD3694F}" dt="2023-10-17T13:28:38.737" v="198"/>
          <ac:spMkLst>
            <pc:docMk/>
            <pc:sldMk cId="1268340918" sldId="304"/>
            <ac:spMk id="23" creationId="{B4D59786-73D7-B702-F459-3E418BEFD5C2}"/>
          </ac:spMkLst>
        </pc:spChg>
        <pc:spChg chg="add del mod">
          <ac:chgData name="CRISTIAN AUGUSTO ALONSO" userId="8bd297f2-7fb0-4884-a89f-a644fef730f4" providerId="ADAL" clId="{537E60F6-239C-4046-BE16-3BE89AD3694F}" dt="2023-10-17T13:32:26.130" v="333"/>
          <ac:spMkLst>
            <pc:docMk/>
            <pc:sldMk cId="1268340918" sldId="304"/>
            <ac:spMk id="25" creationId="{5A665488-452A-6AA7-9BD2-2986B229F33B}"/>
          </ac:spMkLst>
        </pc:spChg>
        <pc:spChg chg="add del mod">
          <ac:chgData name="CRISTIAN AUGUSTO ALONSO" userId="8bd297f2-7fb0-4884-a89f-a644fef730f4" providerId="ADAL" clId="{537E60F6-239C-4046-BE16-3BE89AD3694F}" dt="2023-10-17T14:35:03.545" v="1893" actId="478"/>
          <ac:spMkLst>
            <pc:docMk/>
            <pc:sldMk cId="1268340918" sldId="304"/>
            <ac:spMk id="26" creationId="{07732F94-5C36-4DFD-AB6C-D8D4548C0253}"/>
          </ac:spMkLst>
        </pc:spChg>
        <pc:spChg chg="add del mod">
          <ac:chgData name="CRISTIAN AUGUSTO ALONSO" userId="8bd297f2-7fb0-4884-a89f-a644fef730f4" providerId="ADAL" clId="{537E60F6-239C-4046-BE16-3BE89AD3694F}" dt="2023-10-17T14:53:11.892" v="2486" actId="478"/>
          <ac:spMkLst>
            <pc:docMk/>
            <pc:sldMk cId="1268340918" sldId="304"/>
            <ac:spMk id="29" creationId="{E4C6E497-0277-EFBF-AE23-F00BD3A99DC7}"/>
          </ac:spMkLst>
        </pc:spChg>
        <pc:spChg chg="add mod topLvl">
          <ac:chgData name="CRISTIAN AUGUSTO ALONSO" userId="8bd297f2-7fb0-4884-a89f-a644fef730f4" providerId="ADAL" clId="{537E60F6-239C-4046-BE16-3BE89AD3694F}" dt="2023-10-17T15:51:54.229" v="3947" actId="20577"/>
          <ac:spMkLst>
            <pc:docMk/>
            <pc:sldMk cId="1268340918" sldId="304"/>
            <ac:spMk id="30" creationId="{4B4C98E5-31B8-6F2E-AA41-6BF2CF86B57D}"/>
          </ac:spMkLst>
        </pc:spChg>
        <pc:spChg chg="add del mod">
          <ac:chgData name="CRISTIAN AUGUSTO ALONSO" userId="8bd297f2-7fb0-4884-a89f-a644fef730f4" providerId="ADAL" clId="{537E60F6-239C-4046-BE16-3BE89AD3694F}" dt="2023-10-17T13:34:51.915" v="379"/>
          <ac:spMkLst>
            <pc:docMk/>
            <pc:sldMk cId="1268340918" sldId="304"/>
            <ac:spMk id="31" creationId="{1B249A21-6E90-749A-6D44-CF1060CBD6A2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34" creationId="{E9500F25-BAC5-E706-71AF-C91DFA05E2FF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35" creationId="{B8C28189-08DA-2FC3-D5EB-FE70F57BA6DF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36" creationId="{7FAF5313-63D8-3E21-0FC9-5A95B8C8664D}"/>
          </ac:spMkLst>
        </pc:spChg>
        <pc:spChg chg="mod">
          <ac:chgData name="CRISTIAN AUGUSTO ALONSO" userId="8bd297f2-7fb0-4884-a89f-a644fef730f4" providerId="ADAL" clId="{537E60F6-239C-4046-BE16-3BE89AD3694F}" dt="2023-10-17T14:00:24.428" v="497" actId="14826"/>
          <ac:spMkLst>
            <pc:docMk/>
            <pc:sldMk cId="1268340918" sldId="304"/>
            <ac:spMk id="43" creationId="{7B264AD8-870D-7A05-C47B-39D7D16F827B}"/>
          </ac:spMkLst>
        </pc:spChg>
        <pc:spChg chg="add del mod">
          <ac:chgData name="CRISTIAN AUGUSTO ALONSO" userId="8bd297f2-7fb0-4884-a89f-a644fef730f4" providerId="ADAL" clId="{537E60F6-239C-4046-BE16-3BE89AD3694F}" dt="2023-10-17T14:06:52.208" v="764" actId="478"/>
          <ac:spMkLst>
            <pc:docMk/>
            <pc:sldMk cId="1268340918" sldId="304"/>
            <ac:spMk id="45" creationId="{4DE97A8E-56B2-34E6-E10D-A23EF8056B7D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46" creationId="{3738D024-E6D5-5C21-CD72-A42ED3C048FE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47" creationId="{248B0994-514B-4FEA-8BC1-82677C11E848}"/>
          </ac:spMkLst>
        </pc:spChg>
        <pc:spChg chg="add del mod">
          <ac:chgData name="CRISTIAN AUGUSTO ALONSO" userId="8bd297f2-7fb0-4884-a89f-a644fef730f4" providerId="ADAL" clId="{537E60F6-239C-4046-BE16-3BE89AD3694F}" dt="2023-10-17T14:03:48.934" v="643" actId="478"/>
          <ac:spMkLst>
            <pc:docMk/>
            <pc:sldMk cId="1268340918" sldId="304"/>
            <ac:spMk id="48" creationId="{9B9C3FAB-FD00-9433-E51C-0ACD9FF3C0F5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49" creationId="{6EB0FD07-45CA-0A42-9755-90471AE9DF13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50" creationId="{0D48721F-7629-A9BA-F0B2-8E828A275365}"/>
          </ac:spMkLst>
        </pc:spChg>
        <pc:spChg chg="add del mod">
          <ac:chgData name="CRISTIAN AUGUSTO ALONSO" userId="8bd297f2-7fb0-4884-a89f-a644fef730f4" providerId="ADAL" clId="{537E60F6-239C-4046-BE16-3BE89AD3694F}" dt="2023-10-17T14:05:38.556" v="671"/>
          <ac:spMkLst>
            <pc:docMk/>
            <pc:sldMk cId="1268340918" sldId="304"/>
            <ac:spMk id="51" creationId="{0DE030D4-2493-410C-DB04-5EBEE9D558FE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52" creationId="{3AF8A0BE-3CE9-AE34-DE4B-B2971ACE508E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53" creationId="{039BA7B0-BF8D-E4A3-DCB8-7ABFF058FAAA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55" creationId="{B7537BD1-8EE7-A4DE-EDEE-791A43313945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58" creationId="{297A63D5-686B-A9AD-93D8-9DE6968B55EA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61" creationId="{FA1FD3AD-2434-71C2-DE59-ECA4C2434EFE}"/>
          </ac:spMkLst>
        </pc:spChg>
        <pc:spChg chg="add del mod">
          <ac:chgData name="CRISTIAN AUGUSTO ALONSO" userId="8bd297f2-7fb0-4884-a89f-a644fef730f4" providerId="ADAL" clId="{537E60F6-239C-4046-BE16-3BE89AD3694F}" dt="2023-10-17T14:10:20.730" v="843" actId="478"/>
          <ac:spMkLst>
            <pc:docMk/>
            <pc:sldMk cId="1268340918" sldId="304"/>
            <ac:spMk id="63" creationId="{721FC054-5A86-A46B-00DB-939D699B796D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65" creationId="{66DDD8C7-A94F-00D6-9D5B-02C3F063087B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68" creationId="{8C4BB36B-7794-3BBE-9168-6423B2D084BC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71" creationId="{8869CBCD-1F65-83DC-5114-B740E76E69C8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74" creationId="{F559AC15-0FBE-8592-4D47-9D484BADC627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77" creationId="{4A0ED1C5-153C-FB63-1E1F-795DEA627216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80" creationId="{CB34C333-CD9F-60AD-6C05-E41882AF77FA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83" creationId="{DD8CC1AF-B2F1-B339-889E-71BD1E09CAA1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86" creationId="{0E847E74-6848-CFC5-20FE-F2D815DAA0C2}"/>
          </ac:spMkLst>
        </pc:spChg>
        <pc:spChg chg="add del 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89" creationId="{EE4A4ACC-909C-6810-514C-DE7A1642DFB1}"/>
          </ac:spMkLst>
        </pc:spChg>
        <pc:spChg chg="add mod topLvl">
          <ac:chgData name="CRISTIAN AUGUSTO ALONSO" userId="8bd297f2-7fb0-4884-a89f-a644fef730f4" providerId="ADAL" clId="{537E60F6-239C-4046-BE16-3BE89AD3694F}" dt="2023-10-17T15:51:48.970" v="3945" actId="20577"/>
          <ac:spMkLst>
            <pc:docMk/>
            <pc:sldMk cId="1268340918" sldId="304"/>
            <ac:spMk id="91" creationId="{866B8AF6-5658-E66E-1297-DB8602A0B219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92" creationId="{F2C1C7A0-6FCC-EAE1-B199-71CB05F3C60D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93" creationId="{9907B01C-754A-0FBD-0ED2-53E5953B7297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94" creationId="{53E76E3A-6E87-B8B0-6A45-F6AF35EE961E}"/>
          </ac:spMkLst>
        </pc:spChg>
        <pc:spChg chg="add del mod">
          <ac:chgData name="CRISTIAN AUGUSTO ALONSO" userId="8bd297f2-7fb0-4884-a89f-a644fef730f4" providerId="ADAL" clId="{537E60F6-239C-4046-BE16-3BE89AD3694F}" dt="2023-10-17T14:22:22.104" v="1468" actId="478"/>
          <ac:spMkLst>
            <pc:docMk/>
            <pc:sldMk cId="1268340918" sldId="304"/>
            <ac:spMk id="95" creationId="{C0509C8B-3F93-0D92-9E66-BA74D6AEAD5A}"/>
          </ac:spMkLst>
        </pc:spChg>
        <pc:spChg chg="mod">
          <ac:chgData name="CRISTIAN AUGUSTO ALONSO" userId="8bd297f2-7fb0-4884-a89f-a644fef730f4" providerId="ADAL" clId="{537E60F6-239C-4046-BE16-3BE89AD3694F}" dt="2023-10-17T15:51:22.326" v="3936" actId="207"/>
          <ac:spMkLst>
            <pc:docMk/>
            <pc:sldMk cId="1268340918" sldId="304"/>
            <ac:spMk id="97" creationId="{55815AF1-CC85-9FAE-0250-3C97896A9433}"/>
          </ac:spMkLst>
        </pc:spChg>
        <pc:spChg chg="mod">
          <ac:chgData name="CRISTIAN AUGUSTO ALONSO" userId="8bd297f2-7fb0-4884-a89f-a644fef730f4" providerId="ADAL" clId="{537E60F6-239C-4046-BE16-3BE89AD3694F}" dt="2023-10-17T15:51:25.749" v="3939" actId="207"/>
          <ac:spMkLst>
            <pc:docMk/>
            <pc:sldMk cId="1268340918" sldId="304"/>
            <ac:spMk id="100" creationId="{0677877C-2960-6D22-B268-166B18972CDC}"/>
          </ac:spMkLst>
        </pc:spChg>
        <pc:spChg chg="mod">
          <ac:chgData name="CRISTIAN AUGUSTO ALONSO" userId="8bd297f2-7fb0-4884-a89f-a644fef730f4" providerId="ADAL" clId="{537E60F6-239C-4046-BE16-3BE89AD3694F}" dt="2023-10-17T15:51:29.014" v="3940" actId="207"/>
          <ac:spMkLst>
            <pc:docMk/>
            <pc:sldMk cId="1268340918" sldId="304"/>
            <ac:spMk id="103" creationId="{E9BBEC53-40C7-72C5-6EB8-0F81E125DF15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06" creationId="{38B02CBF-BADB-A738-2082-12F2D5E41EC9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09" creationId="{E389AA83-CEDE-CCE2-77CF-84C37153DFB0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12" creationId="{4EA9C117-B22E-864D-5E7F-1A61B28308E1}"/>
          </ac:spMkLst>
        </pc:spChg>
        <pc:spChg chg="add del mod">
          <ac:chgData name="CRISTIAN AUGUSTO ALONSO" userId="8bd297f2-7fb0-4884-a89f-a644fef730f4" providerId="ADAL" clId="{537E60F6-239C-4046-BE16-3BE89AD3694F}" dt="2023-10-17T14:35:22.119" v="1898" actId="478"/>
          <ac:spMkLst>
            <pc:docMk/>
            <pc:sldMk cId="1268340918" sldId="304"/>
            <ac:spMk id="114" creationId="{77CBEC13-9560-0781-26BE-131AF76748F5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16" creationId="{80B70F75-A69D-FA89-132D-D402AD3F6A49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19" creationId="{06600FF3-529A-EE75-CAEF-652DB29ED417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21" creationId="{D6123A06-32F3-0ED1-B477-2C1A1F5D359A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22" creationId="{A640CE52-6BBF-FE3D-4C12-A3E2D989A853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24" creationId="{6D8B3D4C-1094-E202-20FB-E4F5BC0A453F}"/>
          </ac:spMkLst>
        </pc:spChg>
        <pc:spChg chg="del mod">
          <ac:chgData name="CRISTIAN AUGUSTO ALONSO" userId="8bd297f2-7fb0-4884-a89f-a644fef730f4" providerId="ADAL" clId="{537E60F6-239C-4046-BE16-3BE89AD3694F}" dt="2023-10-17T15:42:00.077" v="3864" actId="478"/>
          <ac:spMkLst>
            <pc:docMk/>
            <pc:sldMk cId="1268340918" sldId="304"/>
            <ac:spMk id="127" creationId="{AC8A6FC0-8DA9-6E88-D60A-CC9D5E0B4459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30" creationId="{E73268DA-0C25-AD22-4736-B39C8B247362}"/>
          </ac:spMkLst>
        </pc:spChg>
        <pc:spChg chg="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33" creationId="{6136F71C-9128-C647-B577-33AD8B8F7AB1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36" creationId="{DEFA5262-43ED-8E37-82E5-6CA4D560CE8D}"/>
          </ac:spMkLst>
        </pc:spChg>
        <pc:spChg chg="add del mod">
          <ac:chgData name="CRISTIAN AUGUSTO ALONSO" userId="8bd297f2-7fb0-4884-a89f-a644fef730f4" providerId="ADAL" clId="{537E60F6-239C-4046-BE16-3BE89AD3694F}" dt="2023-10-17T14:47:39.571" v="2207"/>
          <ac:spMkLst>
            <pc:docMk/>
            <pc:sldMk cId="1268340918" sldId="304"/>
            <ac:spMk id="138" creationId="{0F5ABA09-77B0-5FFD-4E05-A2778CC2916E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40" creationId="{FC2D7FD1-E866-15C0-6C3D-2A6C8F881759}"/>
          </ac:spMkLst>
        </pc:spChg>
        <pc:spChg chg="del mod">
          <ac:chgData name="CRISTIAN AUGUSTO ALONSO" userId="8bd297f2-7fb0-4884-a89f-a644fef730f4" providerId="ADAL" clId="{537E60F6-239C-4046-BE16-3BE89AD3694F}" dt="2023-10-17T15:35:20.425" v="3801" actId="478"/>
          <ac:spMkLst>
            <pc:docMk/>
            <pc:sldMk cId="1268340918" sldId="304"/>
            <ac:spMk id="143" creationId="{15C66221-DF0D-55D2-DA4B-75D42487B8C5}"/>
          </ac:spMkLst>
        </pc:spChg>
        <pc:spChg chg="mod">
          <ac:chgData name="CRISTIAN AUGUSTO ALONSO" userId="8bd297f2-7fb0-4884-a89f-a644fef730f4" providerId="ADAL" clId="{537E60F6-239C-4046-BE16-3BE89AD3694F}" dt="2023-10-17T15:51:18.892" v="3935" actId="207"/>
          <ac:spMkLst>
            <pc:docMk/>
            <pc:sldMk cId="1268340918" sldId="304"/>
            <ac:spMk id="146" creationId="{C3717CFF-16C3-C09E-CDBF-2A511CCFBF18}"/>
          </ac:spMkLst>
        </pc:spChg>
        <pc:spChg chg="mod">
          <ac:chgData name="CRISTIAN AUGUSTO ALONSO" userId="8bd297f2-7fb0-4884-a89f-a644fef730f4" providerId="ADAL" clId="{537E60F6-239C-4046-BE16-3BE89AD3694F}" dt="2023-10-17T15:42:44.101" v="3869" actId="165"/>
          <ac:spMkLst>
            <pc:docMk/>
            <pc:sldMk cId="1268340918" sldId="304"/>
            <ac:spMk id="149" creationId="{B4450EB8-49EA-035B-343B-8657A809C66E}"/>
          </ac:spMkLst>
        </pc:spChg>
        <pc:spChg chg="mod">
          <ac:chgData name="CRISTIAN AUGUSTO ALONSO" userId="8bd297f2-7fb0-4884-a89f-a644fef730f4" providerId="ADAL" clId="{537E60F6-239C-4046-BE16-3BE89AD3694F}" dt="2023-10-17T15:53:09.918" v="4008" actId="20577"/>
          <ac:spMkLst>
            <pc:docMk/>
            <pc:sldMk cId="1268340918" sldId="304"/>
            <ac:spMk id="152" creationId="{16A0DF7A-E680-D97F-1A56-490F1420D7E9}"/>
          </ac:spMkLst>
        </pc:spChg>
        <pc:spChg chg="add del mod">
          <ac:chgData name="CRISTIAN AUGUSTO ALONSO" userId="8bd297f2-7fb0-4884-a89f-a644fef730f4" providerId="ADAL" clId="{537E60F6-239C-4046-BE16-3BE89AD3694F}" dt="2023-10-17T15:37:48.282" v="3803" actId="478"/>
          <ac:spMkLst>
            <pc:docMk/>
            <pc:sldMk cId="1268340918" sldId="304"/>
            <ac:spMk id="154" creationId="{84FDCDA6-381C-5608-DA7C-FD308A5F52BF}"/>
          </ac:spMkLst>
        </pc:spChg>
        <pc:spChg chg="add mod topLvl">
          <ac:chgData name="CRISTIAN AUGUSTO ALONSO" userId="8bd297f2-7fb0-4884-a89f-a644fef730f4" providerId="ADAL" clId="{537E60F6-239C-4046-BE16-3BE89AD3694F}" dt="2023-10-17T17:34:42.214" v="4023" actId="20577"/>
          <ac:spMkLst>
            <pc:docMk/>
            <pc:sldMk cId="1268340918" sldId="304"/>
            <ac:spMk id="155" creationId="{9A46549A-E77E-7D9B-1F68-AE0ACD3F0C9A}"/>
          </ac:spMkLst>
        </pc:spChg>
        <pc:spChg chg="add del mod topLvl">
          <ac:chgData name="CRISTIAN AUGUSTO ALONSO" userId="8bd297f2-7fb0-4884-a89f-a644fef730f4" providerId="ADAL" clId="{537E60F6-239C-4046-BE16-3BE89AD3694F}" dt="2023-10-17T17:52:45.175" v="4037" actId="478"/>
          <ac:spMkLst>
            <pc:docMk/>
            <pc:sldMk cId="1268340918" sldId="304"/>
            <ac:spMk id="156" creationId="{35A07BE7-F09F-899A-266B-8E2257FE631B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57" creationId="{7A099550-8DEF-1096-F2F4-FAA9E2415C58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58" creationId="{C980C5B6-9090-2A29-60C6-1A41E7AB8F52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59" creationId="{49A84C21-9609-E0D2-89A5-C526DDE41A3E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60" creationId="{48ED2223-2C7C-B13A-0A95-C329390D7FF4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61" creationId="{3F90D3D3-702D-806A-776F-895CBD11364E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62" creationId="{C385D096-B557-4DE6-9B6A-229BF608DA5C}"/>
          </ac:spMkLst>
        </pc:spChg>
        <pc:spChg chg="add mod topLvl">
          <ac:chgData name="CRISTIAN AUGUSTO ALONSO" userId="8bd297f2-7fb0-4884-a89f-a644fef730f4" providerId="ADAL" clId="{537E60F6-239C-4046-BE16-3BE89AD3694F}" dt="2023-10-17T17:35:17.665" v="4029" actId="20577"/>
          <ac:spMkLst>
            <pc:docMk/>
            <pc:sldMk cId="1268340918" sldId="304"/>
            <ac:spMk id="163" creationId="{89C370E1-F11C-1B0D-916E-E488B220498A}"/>
          </ac:spMkLst>
        </pc:spChg>
        <pc:spChg chg="add mod topLvl">
          <ac:chgData name="CRISTIAN AUGUSTO ALONSO" userId="8bd297f2-7fb0-4884-a89f-a644fef730f4" providerId="ADAL" clId="{537E60F6-239C-4046-BE16-3BE89AD3694F}" dt="2023-10-17T17:35:04.150" v="4027" actId="20577"/>
          <ac:spMkLst>
            <pc:docMk/>
            <pc:sldMk cId="1268340918" sldId="304"/>
            <ac:spMk id="164" creationId="{293FDF92-E297-8208-1426-A4D81B2F1C9A}"/>
          </ac:spMkLst>
        </pc:spChg>
        <pc:spChg chg="add mod topLvl">
          <ac:chgData name="CRISTIAN AUGUSTO ALONSO" userId="8bd297f2-7fb0-4884-a89f-a644fef730f4" providerId="ADAL" clId="{537E60F6-239C-4046-BE16-3BE89AD3694F}" dt="2023-10-17T15:51:41.863" v="3941" actId="164"/>
          <ac:spMkLst>
            <pc:docMk/>
            <pc:sldMk cId="1268340918" sldId="304"/>
            <ac:spMk id="165" creationId="{3EB8CEE6-D18E-3AF5-24F8-BAE55FE168A9}"/>
          </ac:spMkLst>
        </pc:spChg>
        <pc:grpChg chg="add mod">
          <ac:chgData name="CRISTIAN AUGUSTO ALONSO" userId="8bd297f2-7fb0-4884-a89f-a644fef730f4" providerId="ADAL" clId="{537E60F6-239C-4046-BE16-3BE89AD3694F}" dt="2023-10-17T15:41:24.465" v="3853" actId="164"/>
          <ac:grpSpMkLst>
            <pc:docMk/>
            <pc:sldMk cId="1268340918" sldId="304"/>
            <ac:grpSpMk id="2" creationId="{F1FA4B53-7CF9-CA00-4099-C36968293BFF}"/>
          </ac:grpSpMkLst>
        </pc:grpChg>
        <pc:grpChg chg="add mod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3" creationId="{D1962476-B901-6EDD-675C-46CCA7D99E7D}"/>
          </ac:grpSpMkLst>
        </pc:grpChg>
        <pc:grpChg chg="add del mod">
          <ac:chgData name="CRISTIAN AUGUSTO ALONSO" userId="8bd297f2-7fb0-4884-a89f-a644fef730f4" providerId="ADAL" clId="{537E60F6-239C-4046-BE16-3BE89AD3694F}" dt="2023-10-17T13:29:51.183" v="290" actId="165"/>
          <ac:grpSpMkLst>
            <pc:docMk/>
            <pc:sldMk cId="1268340918" sldId="304"/>
            <ac:grpSpMk id="19" creationId="{7CC80F11-F62A-BA5B-CDE5-47B589F77AE1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41" creationId="{71662EAB-9CE8-2A81-3D31-B1983A12AEB6}"/>
          </ac:grpSpMkLst>
        </pc:grpChg>
        <pc:grpChg chg="add del mod">
          <ac:chgData name="CRISTIAN AUGUSTO ALONSO" userId="8bd297f2-7fb0-4884-a89f-a644fef730f4" providerId="ADAL" clId="{537E60F6-239C-4046-BE16-3BE89AD3694F}" dt="2023-10-17T14:08:17.388" v="776" actId="478"/>
          <ac:grpSpMkLst>
            <pc:docMk/>
            <pc:sldMk cId="1268340918" sldId="304"/>
            <ac:grpSpMk id="42" creationId="{0DFBA211-437B-9EF1-642C-F943CD9FAE4E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54" creationId="{415AB70E-164C-4373-60E7-9524A672D7F9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57" creationId="{BA89864D-EB22-025D-0DAB-A4754EC6E22A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60" creationId="{EB87038B-599B-6FC5-DAEF-79FBA7E221AE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64" creationId="{0AE3FC1A-0A7C-3F21-B5BA-5CC485FA1078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67" creationId="{530C911D-15F4-44B7-C9CD-47A9337C5096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70" creationId="{ED1B4C63-66C7-0268-34DD-476B93146E72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73" creationId="{0596034A-B808-957E-BDE9-305EF97D4939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76" creationId="{E9CC4F1B-709E-B1E3-0D46-D18F905D4089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79" creationId="{95DE1D91-E318-1E90-BEC1-14F1969335AB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82" creationId="{A4052615-4293-3DB2-85C6-BD97CB36365C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85" creationId="{B4ABA0A2-DD60-4FF4-4FD2-5D9589AE273F}"/>
          </ac:grpSpMkLst>
        </pc:grpChg>
        <pc:grpChg chg="add del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88" creationId="{918BBB6D-5322-3404-80B1-34B830652043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96" creationId="{DCA67620-7231-AB53-9B38-E2EA74C44FAB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99" creationId="{6B7A6F97-4E12-762A-C5B8-33D67B5A9053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02" creationId="{EFB6A09D-EA52-DF91-64D7-3920B9E49C48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05" creationId="{02F49D6E-BB05-8632-67B4-407B59E13335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08" creationId="{F4B1C39B-7A00-4637-A2A7-724941EEE933}"/>
          </ac:grpSpMkLst>
        </pc:grpChg>
        <pc:grpChg chg="add del mod topLvl">
          <ac:chgData name="CRISTIAN AUGUSTO ALONSO" userId="8bd297f2-7fb0-4884-a89f-a644fef730f4" providerId="ADAL" clId="{537E60F6-239C-4046-BE16-3BE89AD3694F}" dt="2023-10-18T14:24:21.742" v="4038" actId="478"/>
          <ac:grpSpMkLst>
            <pc:docMk/>
            <pc:sldMk cId="1268340918" sldId="304"/>
            <ac:grpSpMk id="111" creationId="{48B39451-5173-4592-8530-79FE1055F4AF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15" creationId="{ACDA2FA0-B61C-A728-4564-7FA563FF9318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18" creationId="{1900F12E-FD45-C61C-879D-3261C6D46D42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23" creationId="{0358C914-0648-2522-8EE1-F0E43B8804EE}"/>
          </ac:grpSpMkLst>
        </pc:grpChg>
        <pc:grpChg chg="add del mod topLvl">
          <ac:chgData name="CRISTIAN AUGUSTO ALONSO" userId="8bd297f2-7fb0-4884-a89f-a644fef730f4" providerId="ADAL" clId="{537E60F6-239C-4046-BE16-3BE89AD3694F}" dt="2023-10-17T15:42:00.077" v="3864" actId="478"/>
          <ac:grpSpMkLst>
            <pc:docMk/>
            <pc:sldMk cId="1268340918" sldId="304"/>
            <ac:grpSpMk id="126" creationId="{19416FB9-3B36-B234-E0DD-DA1D5B2E7327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29" creationId="{12409A95-EB4A-2EC5-5F9D-9324877039D0}"/>
          </ac:grpSpMkLst>
        </pc:grpChg>
        <pc:grpChg chg="add del mod">
          <ac:chgData name="CRISTIAN AUGUSTO ALONSO" userId="8bd297f2-7fb0-4884-a89f-a644fef730f4" providerId="ADAL" clId="{537E60F6-239C-4046-BE16-3BE89AD3694F}" dt="2023-10-17T14:46:17.785" v="2143" actId="478"/>
          <ac:grpSpMkLst>
            <pc:docMk/>
            <pc:sldMk cId="1268340918" sldId="304"/>
            <ac:grpSpMk id="132" creationId="{D32BE5D5-8D65-915A-5902-D79349714239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35" creationId="{EAA813DC-95EB-D2B1-8CED-2D4E1D2E0632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39" creationId="{B571587D-A5C7-EC11-B22E-4D1691BA5737}"/>
          </ac:grpSpMkLst>
        </pc:grpChg>
        <pc:grpChg chg="add del mod">
          <ac:chgData name="CRISTIAN AUGUSTO ALONSO" userId="8bd297f2-7fb0-4884-a89f-a644fef730f4" providerId="ADAL" clId="{537E60F6-239C-4046-BE16-3BE89AD3694F}" dt="2023-10-17T15:35:20.425" v="3801" actId="478"/>
          <ac:grpSpMkLst>
            <pc:docMk/>
            <pc:sldMk cId="1268340918" sldId="304"/>
            <ac:grpSpMk id="142" creationId="{DD209C4C-185A-1D50-25CC-C6DBB042130A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45" creationId="{6166DD0D-0048-E9DD-4A8B-50CA7E67DE92}"/>
          </ac:grpSpMkLst>
        </pc:grpChg>
        <pc:grpChg chg="add del mod topLvl">
          <ac:chgData name="CRISTIAN AUGUSTO ALONSO" userId="8bd297f2-7fb0-4884-a89f-a644fef730f4" providerId="ADAL" clId="{537E60F6-239C-4046-BE16-3BE89AD3694F}" dt="2023-10-17T15:49:12.314" v="3918" actId="478"/>
          <ac:grpSpMkLst>
            <pc:docMk/>
            <pc:sldMk cId="1268340918" sldId="304"/>
            <ac:grpSpMk id="148" creationId="{BBE14E68-8446-7130-A7FD-23CB0BC78299}"/>
          </ac:grpSpMkLst>
        </pc:grpChg>
        <pc:grpChg chg="add mod topLvl">
          <ac:chgData name="CRISTIAN AUGUSTO ALONSO" userId="8bd297f2-7fb0-4884-a89f-a644fef730f4" providerId="ADAL" clId="{537E60F6-239C-4046-BE16-3BE89AD3694F}" dt="2023-10-17T15:51:41.863" v="3941" actId="164"/>
          <ac:grpSpMkLst>
            <pc:docMk/>
            <pc:sldMk cId="1268340918" sldId="304"/>
            <ac:grpSpMk id="151" creationId="{F71F70AC-8B58-0376-49BF-45AC61238EA6}"/>
          </ac:grpSpMkLst>
        </pc:grpChg>
        <pc:grpChg chg="add del mod">
          <ac:chgData name="CRISTIAN AUGUSTO ALONSO" userId="8bd297f2-7fb0-4884-a89f-a644fef730f4" providerId="ADAL" clId="{537E60F6-239C-4046-BE16-3BE89AD3694F}" dt="2023-10-17T15:42:44.101" v="3869" actId="165"/>
          <ac:grpSpMkLst>
            <pc:docMk/>
            <pc:sldMk cId="1268340918" sldId="304"/>
            <ac:grpSpMk id="166" creationId="{EA248FBD-FAB9-DB45-1BE1-12694E7F0A71}"/>
          </ac:grpSpMkLst>
        </pc:grpChg>
        <pc:picChg chg="add del">
          <ac:chgData name="CRISTIAN AUGUSTO ALONSO" userId="8bd297f2-7fb0-4884-a89f-a644fef730f4" providerId="ADAL" clId="{537E60F6-239C-4046-BE16-3BE89AD3694F}" dt="2023-10-17T13:28:49.103" v="201" actId="478"/>
          <ac:picMkLst>
            <pc:docMk/>
            <pc:sldMk cId="1268340918" sldId="304"/>
            <ac:picMk id="24" creationId="{CA5B1FB6-EE02-AAD8-7FAE-E42F8AF7A0CD}"/>
          </ac:picMkLst>
        </pc:picChg>
        <pc:picChg chg="add del">
          <ac:chgData name="CRISTIAN AUGUSTO ALONSO" userId="8bd297f2-7fb0-4884-a89f-a644fef730f4" providerId="ADAL" clId="{537E60F6-239C-4046-BE16-3BE89AD3694F}" dt="2023-10-17T13:33:05.946" v="338" actId="478"/>
          <ac:picMkLst>
            <pc:docMk/>
            <pc:sldMk cId="1268340918" sldId="304"/>
            <ac:picMk id="27" creationId="{7648575E-F214-C6AB-694B-59A7C0DEB620}"/>
          </ac:picMkLst>
        </pc:picChg>
        <pc:picChg chg="add del">
          <ac:chgData name="CRISTIAN AUGUSTO ALONSO" userId="8bd297f2-7fb0-4884-a89f-a644fef730f4" providerId="ADAL" clId="{537E60F6-239C-4046-BE16-3BE89AD3694F}" dt="2023-10-17T13:33:45.888" v="343" actId="478"/>
          <ac:picMkLst>
            <pc:docMk/>
            <pc:sldMk cId="1268340918" sldId="304"/>
            <ac:picMk id="28" creationId="{60261FDF-06C4-2F20-D6A3-E079907A6592}"/>
          </ac:picMkLst>
        </pc:picChg>
        <pc:picChg chg="add del">
          <ac:chgData name="CRISTIAN AUGUSTO ALONSO" userId="8bd297f2-7fb0-4884-a89f-a644fef730f4" providerId="ADAL" clId="{537E60F6-239C-4046-BE16-3BE89AD3694F}" dt="2023-10-17T13:35:03.596" v="382" actId="478"/>
          <ac:picMkLst>
            <pc:docMk/>
            <pc:sldMk cId="1268340918" sldId="304"/>
            <ac:picMk id="32" creationId="{11AF6EEE-4607-692F-910D-4E40D7D804D4}"/>
          </ac:picMkLst>
        </pc:picChg>
        <pc:picChg chg="add del mod">
          <ac:chgData name="CRISTIAN AUGUSTO ALONSO" userId="8bd297f2-7fb0-4884-a89f-a644fef730f4" providerId="ADAL" clId="{537E60F6-239C-4046-BE16-3BE89AD3694F}" dt="2023-10-17T13:35:46.305" v="391" actId="478"/>
          <ac:picMkLst>
            <pc:docMk/>
            <pc:sldMk cId="1268340918" sldId="304"/>
            <ac:picMk id="33" creationId="{ABB350F2-6FE7-43EC-5BCA-D9281308DBAE}"/>
          </ac:picMkLst>
        </pc:picChg>
        <pc:picChg chg="add del mod">
          <ac:chgData name="CRISTIAN AUGUSTO ALONSO" userId="8bd297f2-7fb0-4884-a89f-a644fef730f4" providerId="ADAL" clId="{537E60F6-239C-4046-BE16-3BE89AD3694F}" dt="2023-10-17T14:00:31.483" v="498" actId="478"/>
          <ac:picMkLst>
            <pc:docMk/>
            <pc:sldMk cId="1268340918" sldId="304"/>
            <ac:picMk id="38" creationId="{E2907736-1FF4-096D-F5F4-FB932ECDBFF9}"/>
          </ac:picMkLst>
        </pc:picChg>
        <pc:picChg chg="add 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40" creationId="{ACB6C4AD-0C47-1284-2BC9-DE55A7A338B2}"/>
          </ac:picMkLst>
        </pc:picChg>
        <pc:picChg chg="mod">
          <ac:chgData name="CRISTIAN AUGUSTO ALONSO" userId="8bd297f2-7fb0-4884-a89f-a644fef730f4" providerId="ADAL" clId="{537E60F6-239C-4046-BE16-3BE89AD3694F}" dt="2023-10-17T14:00:24.428" v="497" actId="14826"/>
          <ac:picMkLst>
            <pc:docMk/>
            <pc:sldMk cId="1268340918" sldId="304"/>
            <ac:picMk id="44" creationId="{0C3D6D19-C1AE-E637-968A-76B9DF9C2602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56" creationId="{B659982A-5BBC-FF88-9CEC-4685012F0D13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59" creationId="{9A13B9B9-8313-232A-B2FF-C571DCF03578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62" creationId="{728E00B3-07F7-D31D-B79C-36434037CFBA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66" creationId="{9EF91EB8-EE01-802A-CA56-CAE9FED0AA88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69" creationId="{C49C97FD-75AE-5C45-19F2-A0D65C27027C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72" creationId="{DF150924-2A64-33DD-21C7-243B61BF2B52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75" creationId="{C1586CA5-46A0-F3C9-FBF1-C29D6F56E457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78" creationId="{0ED880F1-F3A6-EA76-C3D6-F9450C49EB0F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81" creationId="{B0C65A82-8393-1E72-5AA4-A2A56FD95E51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84" creationId="{509B7A53-5300-EF8A-5350-B5B7C56C3266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87" creationId="{35EE6AE4-9137-723C-4949-0A73D8427C07}"/>
          </ac:picMkLst>
        </pc:picChg>
        <pc:picChg chg="add del mod topLvl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90" creationId="{B8CB4D69-8D4C-CFF9-64AA-295CDA4DB673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98" creationId="{9F273CF6-A7A6-C5DE-A9C2-32FC64371298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01" creationId="{A4A3AD1A-25B7-1AE1-6F68-0E047AFD371F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04" creationId="{29878454-1458-64B6-DADB-690CC2C6FDFB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07" creationId="{C4B565AF-6D96-A85E-BFB6-4BB26B220925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10" creationId="{0C10FB2A-912C-5A1C-8DD3-E828DD8F635A}"/>
          </ac:picMkLst>
        </pc:picChg>
        <pc:picChg chg="del mod">
          <ac:chgData name="CRISTIAN AUGUSTO ALONSO" userId="8bd297f2-7fb0-4884-a89f-a644fef730f4" providerId="ADAL" clId="{537E60F6-239C-4046-BE16-3BE89AD3694F}" dt="2023-10-18T14:24:21.742" v="4038" actId="478"/>
          <ac:picMkLst>
            <pc:docMk/>
            <pc:sldMk cId="1268340918" sldId="304"/>
            <ac:picMk id="113" creationId="{AE5BE1A0-B787-0ACF-0243-0A931AC6643E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17" creationId="{0627012E-79A7-3988-F36D-C78F41C9BA63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20" creationId="{FFCA0D9A-9495-66A6-4E30-DDE4B0941CEF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25" creationId="{E70277C7-A32A-1E39-2A7F-A7480AF63264}"/>
          </ac:picMkLst>
        </pc:picChg>
        <pc:picChg chg="mod topLvl">
          <ac:chgData name="CRISTIAN AUGUSTO ALONSO" userId="8bd297f2-7fb0-4884-a89f-a644fef730f4" providerId="ADAL" clId="{537E60F6-239C-4046-BE16-3BE89AD3694F}" dt="2023-10-17T15:51:41.863" v="3941" actId="164"/>
          <ac:picMkLst>
            <pc:docMk/>
            <pc:sldMk cId="1268340918" sldId="304"/>
            <ac:picMk id="128" creationId="{A51E3AE4-A127-B498-F652-D37A1E337F15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31" creationId="{3BB59C14-2EE9-8045-E0F3-A2558C714BCD}"/>
          </ac:picMkLst>
        </pc:picChg>
        <pc:picChg chg="del mod topLvl">
          <ac:chgData name="CRISTIAN AUGUSTO ALONSO" userId="8bd297f2-7fb0-4884-a89f-a644fef730f4" providerId="ADAL" clId="{537E60F6-239C-4046-BE16-3BE89AD3694F}" dt="2023-10-17T14:46:17.785" v="2143" actId="478"/>
          <ac:picMkLst>
            <pc:docMk/>
            <pc:sldMk cId="1268340918" sldId="304"/>
            <ac:picMk id="134" creationId="{F54D9BBF-BC33-33D7-7395-E0DEAAB4C699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37" creationId="{ECE2DF80-C9D3-0A28-0D81-0195314AD544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41" creationId="{9A75730B-5154-7CD0-82A5-EFCCB5B1F8BA}"/>
          </ac:picMkLst>
        </pc:picChg>
        <pc:picChg chg="mod topLvl">
          <ac:chgData name="CRISTIAN AUGUSTO ALONSO" userId="8bd297f2-7fb0-4884-a89f-a644fef730f4" providerId="ADAL" clId="{537E60F6-239C-4046-BE16-3BE89AD3694F}" dt="2023-10-17T15:51:41.863" v="3941" actId="164"/>
          <ac:picMkLst>
            <pc:docMk/>
            <pc:sldMk cId="1268340918" sldId="304"/>
            <ac:picMk id="144" creationId="{383D94F1-C210-8CDD-3DB9-7106104B92B4}"/>
          </ac:picMkLst>
        </pc:picChg>
        <pc:picChg chg="mod">
          <ac:chgData name="CRISTIAN AUGUSTO ALONSO" userId="8bd297f2-7fb0-4884-a89f-a644fef730f4" providerId="ADAL" clId="{537E60F6-239C-4046-BE16-3BE89AD3694F}" dt="2023-10-17T17:35:50.677" v="4032" actId="1038"/>
          <ac:picMkLst>
            <pc:docMk/>
            <pc:sldMk cId="1268340918" sldId="304"/>
            <ac:picMk id="147" creationId="{3F80AC6C-FE21-9D7A-E156-ACF950AB94D1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50" creationId="{12E821CD-562C-6F2A-C6D7-C02CD49A7EED}"/>
          </ac:picMkLst>
        </pc:picChg>
        <pc:picChg chg="mod">
          <ac:chgData name="CRISTIAN AUGUSTO ALONSO" userId="8bd297f2-7fb0-4884-a89f-a644fef730f4" providerId="ADAL" clId="{537E60F6-239C-4046-BE16-3BE89AD3694F}" dt="2023-10-17T15:42:44.101" v="3869" actId="165"/>
          <ac:picMkLst>
            <pc:docMk/>
            <pc:sldMk cId="1268340918" sldId="304"/>
            <ac:picMk id="153" creationId="{E8ACBD36-77B6-1BE1-F5BE-D4D407AFBA2D}"/>
          </ac:picMkLst>
        </pc:picChg>
        <pc:cxnChg chg="add mod topLvl">
          <ac:chgData name="CRISTIAN AUGUSTO ALONSO" userId="8bd297f2-7fb0-4884-a89f-a644fef730f4" providerId="ADAL" clId="{537E60F6-239C-4046-BE16-3BE89AD3694F}" dt="2023-10-17T15:51:41.863" v="3941" actId="164"/>
          <ac:cxnSpMkLst>
            <pc:docMk/>
            <pc:sldMk cId="1268340918" sldId="304"/>
            <ac:cxnSpMk id="8" creationId="{FF3687EE-BA23-266D-7C1E-DA683D9DBD09}"/>
          </ac:cxnSpMkLst>
        </pc:cxnChg>
        <pc:cxnChg chg="add del mod">
          <ac:chgData name="CRISTIAN AUGUSTO ALONSO" userId="8bd297f2-7fb0-4884-a89f-a644fef730f4" providerId="ADAL" clId="{537E60F6-239C-4046-BE16-3BE89AD3694F}" dt="2023-10-17T13:22:13.687" v="109" actId="478"/>
          <ac:cxnSpMkLst>
            <pc:docMk/>
            <pc:sldMk cId="1268340918" sldId="304"/>
            <ac:cxnSpMk id="9" creationId="{7E035D9E-8B93-D32C-6086-D20AB195ED78}"/>
          </ac:cxnSpMkLst>
        </pc:cxnChg>
        <pc:cxnChg chg="add del mod">
          <ac:chgData name="CRISTIAN AUGUSTO ALONSO" userId="8bd297f2-7fb0-4884-a89f-a644fef730f4" providerId="ADAL" clId="{537E60F6-239C-4046-BE16-3BE89AD3694F}" dt="2023-10-17T13:22:13.687" v="109" actId="478"/>
          <ac:cxnSpMkLst>
            <pc:docMk/>
            <pc:sldMk cId="1268340918" sldId="304"/>
            <ac:cxnSpMk id="10" creationId="{55423398-A3E2-2623-A7E7-7F1EB38DEF94}"/>
          </ac:cxnSpMkLst>
        </pc:cxnChg>
        <pc:cxnChg chg="add del mod">
          <ac:chgData name="CRISTIAN AUGUSTO ALONSO" userId="8bd297f2-7fb0-4884-a89f-a644fef730f4" providerId="ADAL" clId="{537E60F6-239C-4046-BE16-3BE89AD3694F}" dt="2023-10-17T13:22:13.687" v="109" actId="478"/>
          <ac:cxnSpMkLst>
            <pc:docMk/>
            <pc:sldMk cId="1268340918" sldId="304"/>
            <ac:cxnSpMk id="11" creationId="{C8EC3D9A-0721-A624-4FC7-4763229EA5EB}"/>
          </ac:cxnSpMkLst>
        </pc:cxnChg>
        <pc:cxnChg chg="add mod topLvl">
          <ac:chgData name="CRISTIAN AUGUSTO ALONSO" userId="8bd297f2-7fb0-4884-a89f-a644fef730f4" providerId="ADAL" clId="{537E60F6-239C-4046-BE16-3BE89AD3694F}" dt="2023-10-17T15:51:41.863" v="3941" actId="164"/>
          <ac:cxnSpMkLst>
            <pc:docMk/>
            <pc:sldMk cId="1268340918" sldId="304"/>
            <ac:cxnSpMk id="12" creationId="{3FEF9032-DA8C-609E-2645-5C7E9C8E11FF}"/>
          </ac:cxnSpMkLst>
        </pc:cxnChg>
        <pc:cxnChg chg="add mod topLvl">
          <ac:chgData name="CRISTIAN AUGUSTO ALONSO" userId="8bd297f2-7fb0-4884-a89f-a644fef730f4" providerId="ADAL" clId="{537E60F6-239C-4046-BE16-3BE89AD3694F}" dt="2023-10-17T15:51:41.863" v="3941" actId="164"/>
          <ac:cxnSpMkLst>
            <pc:docMk/>
            <pc:sldMk cId="1268340918" sldId="304"/>
            <ac:cxnSpMk id="13" creationId="{E3F95909-2073-8828-0E54-858BD68090A5}"/>
          </ac:cxnSpMkLst>
        </pc:cxnChg>
        <pc:cxnChg chg="add mod topLvl">
          <ac:chgData name="CRISTIAN AUGUSTO ALONSO" userId="8bd297f2-7fb0-4884-a89f-a644fef730f4" providerId="ADAL" clId="{537E60F6-239C-4046-BE16-3BE89AD3694F}" dt="2023-10-17T15:51:41.863" v="3941" actId="164"/>
          <ac:cxnSpMkLst>
            <pc:docMk/>
            <pc:sldMk cId="1268340918" sldId="304"/>
            <ac:cxnSpMk id="14" creationId="{39262428-D3DC-0700-ADEF-281255F70DA5}"/>
          </ac:cxnSpMkLst>
        </pc:cxnChg>
      </pc:sldChg>
      <pc:sldChg chg="addSp delSp modSp add del mod">
        <pc:chgData name="CRISTIAN AUGUSTO ALONSO" userId="8bd297f2-7fb0-4884-a89f-a644fef730f4" providerId="ADAL" clId="{537E60F6-239C-4046-BE16-3BE89AD3694F}" dt="2023-10-17T15:10:33.011" v="3129" actId="2696"/>
        <pc:sldMkLst>
          <pc:docMk/>
          <pc:sldMk cId="3172338970" sldId="305"/>
        </pc:sldMkLst>
        <pc:spChg chg="add mod">
          <ac:chgData name="CRISTIAN AUGUSTO ALONSO" userId="8bd297f2-7fb0-4884-a89f-a644fef730f4" providerId="ADAL" clId="{537E60F6-239C-4046-BE16-3BE89AD3694F}" dt="2023-10-17T15:10:09.567" v="3125" actId="20577"/>
          <ac:spMkLst>
            <pc:docMk/>
            <pc:sldMk cId="3172338970" sldId="305"/>
            <ac:spMk id="2" creationId="{212611AE-5D6E-9DE1-FC0B-60887DA8E925}"/>
          </ac:spMkLst>
        </pc:spChg>
        <pc:spChg chg="add mod">
          <ac:chgData name="CRISTIAN AUGUSTO ALONSO" userId="8bd297f2-7fb0-4884-a89f-a644fef730f4" providerId="ADAL" clId="{537E60F6-239C-4046-BE16-3BE89AD3694F}" dt="2023-10-17T15:10:21.172" v="3127" actId="1076"/>
          <ac:spMkLst>
            <pc:docMk/>
            <pc:sldMk cId="3172338970" sldId="305"/>
            <ac:spMk id="3" creationId="{3B557F76-929A-C7D5-AE30-B09E35ACFA20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30" creationId="{4B4C98E5-31B8-6F2E-AA41-6BF2CF86B57D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34" creationId="{E9500F25-BAC5-E706-71AF-C91DFA05E2FF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35" creationId="{B8C28189-08DA-2FC3-D5EB-FE70F57BA6DF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36" creationId="{7FAF5313-63D8-3E21-0FC9-5A95B8C8664D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46" creationId="{3738D024-E6D5-5C21-CD72-A42ED3C048FE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47" creationId="{248B0994-514B-4FEA-8BC1-82677C11E848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49" creationId="{6EB0FD07-45CA-0A42-9755-90471AE9DF13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50" creationId="{0D48721F-7629-A9BA-F0B2-8E828A275365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52" creationId="{3AF8A0BE-3CE9-AE34-DE4B-B2971ACE508E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53" creationId="{039BA7B0-BF8D-E4A3-DCB8-7ABFF058FAAA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91" creationId="{866B8AF6-5658-E66E-1297-DB8602A0B219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92" creationId="{F2C1C7A0-6FCC-EAE1-B199-71CB05F3C60D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93" creationId="{9907B01C-754A-0FBD-0ED2-53E5953B7297}"/>
          </ac:spMkLst>
        </pc:spChg>
        <pc:spChg chg="del">
          <ac:chgData name="CRISTIAN AUGUSTO ALONSO" userId="8bd297f2-7fb0-4884-a89f-a644fef730f4" providerId="ADAL" clId="{537E60F6-239C-4046-BE16-3BE89AD3694F}" dt="2023-10-17T14:57:29.891" v="2715" actId="478"/>
          <ac:spMkLst>
            <pc:docMk/>
            <pc:sldMk cId="3172338970" sldId="305"/>
            <ac:spMk id="94" creationId="{53E76E3A-6E87-B8B0-6A45-F6AF35EE961E}"/>
          </ac:spMkLst>
        </pc:spChg>
        <pc:spChg chg="topLvl">
          <ac:chgData name="CRISTIAN AUGUSTO ALONSO" userId="8bd297f2-7fb0-4884-a89f-a644fef730f4" providerId="ADAL" clId="{537E60F6-239C-4046-BE16-3BE89AD3694F}" dt="2023-10-17T15:02:57.636" v="2880" actId="478"/>
          <ac:spMkLst>
            <pc:docMk/>
            <pc:sldMk cId="3172338970" sldId="305"/>
            <ac:spMk id="112" creationId="{4EA9C117-B22E-864D-5E7F-1A61B28308E1}"/>
          </ac:spMkLst>
        </pc:spChg>
        <pc:spChg chg="topLvl">
          <ac:chgData name="CRISTIAN AUGUSTO ALONSO" userId="8bd297f2-7fb0-4884-a89f-a644fef730f4" providerId="ADAL" clId="{537E60F6-239C-4046-BE16-3BE89AD3694F}" dt="2023-10-17T15:02:52.577" v="2879" actId="478"/>
          <ac:spMkLst>
            <pc:docMk/>
            <pc:sldMk cId="3172338970" sldId="305"/>
            <ac:spMk id="127" creationId="{AC8A6FC0-8DA9-6E88-D60A-CC9D5E0B4459}"/>
          </ac:spMkLst>
        </pc:spChg>
        <pc:spChg chg="add del">
          <ac:chgData name="CRISTIAN AUGUSTO ALONSO" userId="8bd297f2-7fb0-4884-a89f-a644fef730f4" providerId="ADAL" clId="{537E60F6-239C-4046-BE16-3BE89AD3694F}" dt="2023-10-17T15:02:34.248" v="2875" actId="21"/>
          <ac:spMkLst>
            <pc:docMk/>
            <pc:sldMk cId="3172338970" sldId="305"/>
            <ac:spMk id="133" creationId="{6136F71C-9128-C647-B577-33AD8B8F7AB1}"/>
          </ac:spMkLst>
        </pc:spChg>
        <pc:spChg chg="topLvl">
          <ac:chgData name="CRISTIAN AUGUSTO ALONSO" userId="8bd297f2-7fb0-4884-a89f-a644fef730f4" providerId="ADAL" clId="{537E60F6-239C-4046-BE16-3BE89AD3694F}" dt="2023-10-17T15:02:46.990" v="2878" actId="478"/>
          <ac:spMkLst>
            <pc:docMk/>
            <pc:sldMk cId="3172338970" sldId="305"/>
            <ac:spMk id="152" creationId="{16A0DF7A-E680-D97F-1A56-490F1420D7E9}"/>
          </ac:spMkLst>
        </pc:spChg>
        <pc:spChg chg="mod">
          <ac:chgData name="CRISTIAN AUGUSTO ALONSO" userId="8bd297f2-7fb0-4884-a89f-a644fef730f4" providerId="ADAL" clId="{537E60F6-239C-4046-BE16-3BE89AD3694F}" dt="2023-10-17T15:09:50.512" v="3084" actId="20577"/>
          <ac:spMkLst>
            <pc:docMk/>
            <pc:sldMk cId="3172338970" sldId="305"/>
            <ac:spMk id="155" creationId="{9A46549A-E77E-7D9B-1F68-AE0ACD3F0C9A}"/>
          </ac:spMkLst>
        </pc:spChg>
        <pc:grpChg chg="del">
          <ac:chgData name="CRISTIAN AUGUSTO ALONSO" userId="8bd297f2-7fb0-4884-a89f-a644fef730f4" providerId="ADAL" clId="{537E60F6-239C-4046-BE16-3BE89AD3694F}" dt="2023-10-17T15:02:57.636" v="2880" actId="478"/>
          <ac:grpSpMkLst>
            <pc:docMk/>
            <pc:sldMk cId="3172338970" sldId="305"/>
            <ac:grpSpMk id="111" creationId="{48B39451-5173-4592-8530-79FE1055F4AF}"/>
          </ac:grpSpMkLst>
        </pc:grpChg>
        <pc:grpChg chg="del">
          <ac:chgData name="CRISTIAN AUGUSTO ALONSO" userId="8bd297f2-7fb0-4884-a89f-a644fef730f4" providerId="ADAL" clId="{537E60F6-239C-4046-BE16-3BE89AD3694F}" dt="2023-10-17T15:02:52.577" v="2879" actId="478"/>
          <ac:grpSpMkLst>
            <pc:docMk/>
            <pc:sldMk cId="3172338970" sldId="305"/>
            <ac:grpSpMk id="126" creationId="{19416FB9-3B36-B234-E0DD-DA1D5B2E7327}"/>
          </ac:grpSpMkLst>
        </pc:grpChg>
        <pc:grpChg chg="del">
          <ac:chgData name="CRISTIAN AUGUSTO ALONSO" userId="8bd297f2-7fb0-4884-a89f-a644fef730f4" providerId="ADAL" clId="{537E60F6-239C-4046-BE16-3BE89AD3694F}" dt="2023-10-17T15:02:46.990" v="2878" actId="478"/>
          <ac:grpSpMkLst>
            <pc:docMk/>
            <pc:sldMk cId="3172338970" sldId="305"/>
            <ac:grpSpMk id="151" creationId="{F71F70AC-8B58-0376-49BF-45AC61238EA6}"/>
          </ac:grpSpMkLst>
        </pc:grpChg>
        <pc:picChg chg="del topLvl">
          <ac:chgData name="CRISTIAN AUGUSTO ALONSO" userId="8bd297f2-7fb0-4884-a89f-a644fef730f4" providerId="ADAL" clId="{537E60F6-239C-4046-BE16-3BE89AD3694F}" dt="2023-10-17T15:02:57.636" v="2880" actId="478"/>
          <ac:picMkLst>
            <pc:docMk/>
            <pc:sldMk cId="3172338970" sldId="305"/>
            <ac:picMk id="113" creationId="{AE5BE1A0-B787-0ACF-0243-0A931AC6643E}"/>
          </ac:picMkLst>
        </pc:picChg>
        <pc:picChg chg="del topLvl">
          <ac:chgData name="CRISTIAN AUGUSTO ALONSO" userId="8bd297f2-7fb0-4884-a89f-a644fef730f4" providerId="ADAL" clId="{537E60F6-239C-4046-BE16-3BE89AD3694F}" dt="2023-10-17T15:02:52.577" v="2879" actId="478"/>
          <ac:picMkLst>
            <pc:docMk/>
            <pc:sldMk cId="3172338970" sldId="305"/>
            <ac:picMk id="128" creationId="{A51E3AE4-A127-B498-F652-D37A1E337F15}"/>
          </ac:picMkLst>
        </pc:picChg>
        <pc:picChg chg="del topLvl">
          <ac:chgData name="CRISTIAN AUGUSTO ALONSO" userId="8bd297f2-7fb0-4884-a89f-a644fef730f4" providerId="ADAL" clId="{537E60F6-239C-4046-BE16-3BE89AD3694F}" dt="2023-10-17T15:02:46.990" v="2878" actId="478"/>
          <ac:picMkLst>
            <pc:docMk/>
            <pc:sldMk cId="3172338970" sldId="305"/>
            <ac:picMk id="153" creationId="{E8ACBD36-77B6-1BE1-F5BE-D4D407AFBA2D}"/>
          </ac:picMkLst>
        </pc:picChg>
        <pc:cxnChg chg="del">
          <ac:chgData name="CRISTIAN AUGUSTO ALONSO" userId="8bd297f2-7fb0-4884-a89f-a644fef730f4" providerId="ADAL" clId="{537E60F6-239C-4046-BE16-3BE89AD3694F}" dt="2023-10-17T14:57:29.891" v="2715" actId="478"/>
          <ac:cxnSpMkLst>
            <pc:docMk/>
            <pc:sldMk cId="3172338970" sldId="305"/>
            <ac:cxnSpMk id="8" creationId="{FF3687EE-BA23-266D-7C1E-DA683D9DBD09}"/>
          </ac:cxnSpMkLst>
        </pc:cxnChg>
      </pc:sldChg>
      <pc:sldChg chg="addSp delSp modSp new mod ord">
        <pc:chgData name="CRISTIAN AUGUSTO ALONSO" userId="8bd297f2-7fb0-4884-a89f-a644fef730f4" providerId="ADAL" clId="{537E60F6-239C-4046-BE16-3BE89AD3694F}" dt="2023-10-18T14:28:10.281" v="4047" actId="164"/>
        <pc:sldMkLst>
          <pc:docMk/>
          <pc:sldMk cId="3027876559" sldId="306"/>
        </pc:sldMkLst>
        <pc:spChg chg="del">
          <ac:chgData name="CRISTIAN AUGUSTO ALONSO" userId="8bd297f2-7fb0-4884-a89f-a644fef730f4" providerId="ADAL" clId="{537E60F6-239C-4046-BE16-3BE89AD3694F}" dt="2023-10-17T14:57:49.171" v="2719" actId="478"/>
          <ac:spMkLst>
            <pc:docMk/>
            <pc:sldMk cId="3027876559" sldId="306"/>
            <ac:spMk id="2" creationId="{66D5C1CB-A7C5-D7BA-9BE1-95286BC3A651}"/>
          </ac:spMkLst>
        </pc:spChg>
        <pc:spChg chg="add mod">
          <ac:chgData name="CRISTIAN AUGUSTO ALONSO" userId="8bd297f2-7fb0-4884-a89f-a644fef730f4" providerId="ADAL" clId="{537E60F6-239C-4046-BE16-3BE89AD3694F}" dt="2023-10-18T14:28:10.281" v="4047" actId="164"/>
          <ac:spMkLst>
            <pc:docMk/>
            <pc:sldMk cId="3027876559" sldId="306"/>
            <ac:spMk id="2" creationId="{7E75C757-BD23-225E-E675-37A40DD3048F}"/>
          </ac:spMkLst>
        </pc:spChg>
        <pc:spChg chg="mod">
          <ac:chgData name="CRISTIAN AUGUSTO ALONSO" userId="8bd297f2-7fb0-4884-a89f-a644fef730f4" providerId="ADAL" clId="{537E60F6-239C-4046-BE16-3BE89AD3694F}" dt="2023-10-17T15:39:36.347" v="3833"/>
          <ac:spMkLst>
            <pc:docMk/>
            <pc:sldMk cId="3027876559" sldId="306"/>
            <ac:spMk id="3" creationId="{5842096E-9397-9503-5BFA-2B9FF9704F7B}"/>
          </ac:spMkLst>
        </pc:spChg>
        <pc:spChg chg="del">
          <ac:chgData name="CRISTIAN AUGUSTO ALONSO" userId="8bd297f2-7fb0-4884-a89f-a644fef730f4" providerId="ADAL" clId="{537E60F6-239C-4046-BE16-3BE89AD3694F}" dt="2023-10-17T14:57:47.268" v="2718" actId="478"/>
          <ac:spMkLst>
            <pc:docMk/>
            <pc:sldMk cId="3027876559" sldId="306"/>
            <ac:spMk id="3" creationId="{B5F6570E-9B35-4E11-5986-03A5EB550819}"/>
          </ac:spMkLst>
        </pc:spChg>
        <pc:spChg chg="add mod topLvl">
          <ac:chgData name="CRISTIAN AUGUSTO ALONSO" userId="8bd297f2-7fb0-4884-a89f-a644fef730f4" providerId="ADAL" clId="{537E60F6-239C-4046-BE16-3BE89AD3694F}" dt="2023-10-18T14:28:10.281" v="4047" actId="164"/>
          <ac:spMkLst>
            <pc:docMk/>
            <pc:sldMk cId="3027876559" sldId="306"/>
            <ac:spMk id="7" creationId="{0F266E6F-AFFD-B25F-4407-C8E995A0D923}"/>
          </ac:spMkLst>
        </pc:spChg>
        <pc:spChg chg="add del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3" creationId="{1CA4D224-B343-9F30-2CC1-4309097D4302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6" creationId="{BFD5412D-8B5B-9EF9-0548-066C610D2C7A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9" creationId="{F502BDB4-20E9-2F80-C668-063FD3900AB9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22" creationId="{3301B5E4-5660-4D48-73AB-63EB8BDF005F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25" creationId="{FE6F69EE-8F35-9D1E-483A-257F1D538D15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28" creationId="{145D8E5D-17B0-2207-25D3-CBF120C7498F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31" creationId="{00BF7DCB-A6B4-0A9F-0B82-DAB75839A7FB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34" creationId="{A9A874BC-C8F1-045D-B128-D8047449B476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37" creationId="{88F9A401-AF53-1DFC-112A-5C2B592469C4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40" creationId="{0BA76E14-9AD4-77E3-87EC-CEBAC596F38E}"/>
          </ac:spMkLst>
        </pc:spChg>
        <pc:spChg chg="add del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43" creationId="{C6C01F65-BE7C-7910-2663-CF488FCD2E1A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46" creationId="{7FF4A860-AAB1-A14D-E85B-217FA739BDF1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49" creationId="{A04D714E-12AD-8714-0A0B-D754286AAECF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52" creationId="{03900B49-511D-2731-39C9-6B974A28F60B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55" creationId="{BA2DD245-BE9E-7416-0CAE-DD0136CBD656}"/>
          </ac:spMkLst>
        </pc:spChg>
        <pc:spChg chg="add mod topLvl">
          <ac:chgData name="CRISTIAN AUGUSTO ALONSO" userId="8bd297f2-7fb0-4884-a89f-a644fef730f4" providerId="ADAL" clId="{537E60F6-239C-4046-BE16-3BE89AD3694F}" dt="2023-10-18T14:28:10.281" v="4047" actId="164"/>
          <ac:spMkLst>
            <pc:docMk/>
            <pc:sldMk cId="3027876559" sldId="306"/>
            <ac:spMk id="60" creationId="{8F90F8DE-8626-51D8-F21B-735DF36C6B4D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63" creationId="{1A0F6BF0-00C2-E686-267D-0532A0A81599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64" creationId="{3B60242B-5231-E87A-97FF-13441AC38886}"/>
          </ac:spMkLst>
        </pc:spChg>
        <pc:spChg chg="add del mod">
          <ac:chgData name="CRISTIAN AUGUSTO ALONSO" userId="8bd297f2-7fb0-4884-a89f-a644fef730f4" providerId="ADAL" clId="{537E60F6-239C-4046-BE16-3BE89AD3694F}" dt="2023-10-17T15:42:10.801" v="3865" actId="478"/>
          <ac:spMkLst>
            <pc:docMk/>
            <pc:sldMk cId="3027876559" sldId="306"/>
            <ac:spMk id="65" creationId="{7FA8E3D6-C186-7C31-6DC2-361D7E0A9978}"/>
          </ac:spMkLst>
        </pc:spChg>
        <pc:spChg chg="add del mod">
          <ac:chgData name="CRISTIAN AUGUSTO ALONSO" userId="8bd297f2-7fb0-4884-a89f-a644fef730f4" providerId="ADAL" clId="{537E60F6-239C-4046-BE16-3BE89AD3694F}" dt="2023-10-18T14:26:09.890" v="4039" actId="478"/>
          <ac:spMkLst>
            <pc:docMk/>
            <pc:sldMk cId="3027876559" sldId="306"/>
            <ac:spMk id="66" creationId="{B026E86C-F1FC-097C-981E-323A0CC5EA75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67" creationId="{EFC7D9EF-7556-4C76-5FF3-B0D1457A3818}"/>
          </ac:spMkLst>
        </pc:spChg>
        <pc:spChg chg="add mod topLvl">
          <ac:chgData name="CRISTIAN AUGUSTO ALONSO" userId="8bd297f2-7fb0-4884-a89f-a644fef730f4" providerId="ADAL" clId="{537E60F6-239C-4046-BE16-3BE89AD3694F}" dt="2023-10-18T14:28:10.281" v="4047" actId="164"/>
          <ac:spMkLst>
            <pc:docMk/>
            <pc:sldMk cId="3027876559" sldId="306"/>
            <ac:spMk id="69" creationId="{65B815DA-0B2B-CA6E-91A3-BD152580BD2D}"/>
          </ac:spMkLst>
        </pc:spChg>
        <pc:spChg chg="add mod topLvl">
          <ac:chgData name="CRISTIAN AUGUSTO ALONSO" userId="8bd297f2-7fb0-4884-a89f-a644fef730f4" providerId="ADAL" clId="{537E60F6-239C-4046-BE16-3BE89AD3694F}" dt="2023-10-18T14:28:10.281" v="4047" actId="164"/>
          <ac:spMkLst>
            <pc:docMk/>
            <pc:sldMk cId="3027876559" sldId="306"/>
            <ac:spMk id="70" creationId="{AB8B9E09-FD5E-B60A-93FF-43A8A0D39F79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72" creationId="{41299B4A-2B30-7976-9A5F-F4BF9A32B656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75" creationId="{349948D8-5C17-FC02-9160-179DCCCAA9A3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78" creationId="{40B515B1-C678-AB42-7016-499023CFA35F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81" creationId="{9B2C14BD-B0A5-5210-51F7-EF6829B383CC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84" creationId="{F681EBCE-4B16-F87C-D3E1-8104F85577EA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87" creationId="{3E748FA1-50EE-AC88-BFE2-6FE555BF60C2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90" creationId="{EA4F2B23-D346-BF13-D10A-BA7A59888BC9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93" creationId="{1EF5BA53-CD95-513A-645B-AB8A5B430B57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96" creationId="{4FD15CA2-CC2B-9C1A-2FEB-EE90FF321B75}"/>
          </ac:spMkLst>
        </pc:spChg>
        <pc:spChg chg="del mod">
          <ac:chgData name="CRISTIAN AUGUSTO ALONSO" userId="8bd297f2-7fb0-4884-a89f-a644fef730f4" providerId="ADAL" clId="{537E60F6-239C-4046-BE16-3BE89AD3694F}" dt="2023-10-17T15:35:48.296" v="3802" actId="478"/>
          <ac:spMkLst>
            <pc:docMk/>
            <pc:sldMk cId="3027876559" sldId="306"/>
            <ac:spMk id="99" creationId="{2CE209FE-348F-05AC-EB1B-FF821E48CD8A}"/>
          </ac:spMkLst>
        </pc:spChg>
        <pc:spChg chg="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02" creationId="{E1B103B1-AB59-7C28-0213-85079C73BD8D}"/>
          </ac:spMkLst>
        </pc:spChg>
        <pc:spChg chg="del mod">
          <ac:chgData name="CRISTIAN AUGUSTO ALONSO" userId="8bd297f2-7fb0-4884-a89f-a644fef730f4" providerId="ADAL" clId="{537E60F6-239C-4046-BE16-3BE89AD3694F}" dt="2023-10-17T15:49:23.367" v="3919" actId="478"/>
          <ac:spMkLst>
            <pc:docMk/>
            <pc:sldMk cId="3027876559" sldId="306"/>
            <ac:spMk id="105" creationId="{61BD3FF1-F56A-8217-EBD1-99FE85B4DFA8}"/>
          </ac:spMkLst>
        </pc:spChg>
        <pc:spChg chg="add mod topLvl">
          <ac:chgData name="CRISTIAN AUGUSTO ALONSO" userId="8bd297f2-7fb0-4884-a89f-a644fef730f4" providerId="ADAL" clId="{537E60F6-239C-4046-BE16-3BE89AD3694F}" dt="2023-10-18T14:28:10.281" v="4047" actId="164"/>
          <ac:spMkLst>
            <pc:docMk/>
            <pc:sldMk cId="3027876559" sldId="306"/>
            <ac:spMk id="108" creationId="{8368DD4A-A8D4-04DB-949E-CDCB8CF4C419}"/>
          </ac:spMkLst>
        </pc:spChg>
        <pc:spChg chg="add del mod">
          <ac:chgData name="CRISTIAN AUGUSTO ALONSO" userId="8bd297f2-7fb0-4884-a89f-a644fef730f4" providerId="ADAL" clId="{537E60F6-239C-4046-BE16-3BE89AD3694F}" dt="2023-10-17T15:18:55.717" v="3727" actId="478"/>
          <ac:spMkLst>
            <pc:docMk/>
            <pc:sldMk cId="3027876559" sldId="306"/>
            <ac:spMk id="109" creationId="{4D25DCA8-8767-C0BB-5666-FB92A6B5794B}"/>
          </ac:spMkLst>
        </pc:spChg>
        <pc:spChg chg="add del mod">
          <ac:chgData name="CRISTIAN AUGUSTO ALONSO" userId="8bd297f2-7fb0-4884-a89f-a644fef730f4" providerId="ADAL" clId="{537E60F6-239C-4046-BE16-3BE89AD3694F}" dt="2023-10-17T15:18:55.717" v="3727" actId="478"/>
          <ac:spMkLst>
            <pc:docMk/>
            <pc:sldMk cId="3027876559" sldId="306"/>
            <ac:spMk id="110" creationId="{637528F2-51BE-DB0D-C287-6D09D6CA5817}"/>
          </ac:spMkLst>
        </pc:spChg>
        <pc:spChg chg="add del mod">
          <ac:chgData name="CRISTIAN AUGUSTO ALONSO" userId="8bd297f2-7fb0-4884-a89f-a644fef730f4" providerId="ADAL" clId="{537E60F6-239C-4046-BE16-3BE89AD3694F}" dt="2023-10-17T15:18:55.717" v="3727" actId="478"/>
          <ac:spMkLst>
            <pc:docMk/>
            <pc:sldMk cId="3027876559" sldId="306"/>
            <ac:spMk id="111" creationId="{33775728-3BA3-B991-BFD9-81B1E8497BCD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13" creationId="{42875F71-EE1D-1A09-2722-50FCB9E36AFA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14" creationId="{D3313384-E1EC-196E-CADC-C2CFB84696C5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15" creationId="{14F9ECD8-4703-5BAC-95BD-97744BE0ADF1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16" creationId="{AD65D85E-3DA1-D887-800C-D0A7CDE6F140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17" creationId="{24A2B89F-D1B8-8D19-D5C4-04F76C9BF574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18" creationId="{C1C549A4-C600-8495-DDC0-14D9B8936346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19" creationId="{36B0A687-A4FE-DE5F-3DDE-B5C51BF3734F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20" creationId="{65405569-2364-6459-6E78-86F3DB814F0D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21" creationId="{8420C451-DA10-6A8B-BFCD-4DB97980457B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22" creationId="{97CDFE74-443E-F019-4C10-08480A8F61E3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23" creationId="{EAAF46A0-B9BA-DF53-9700-04EA7FDFEDEB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24" creationId="{AD8DBB43-3542-B7E4-AA7B-C8130DDDFB4D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25" creationId="{CCA5D464-D625-779C-C2BF-AADF91858120}"/>
          </ac:spMkLst>
        </pc:spChg>
        <pc:spChg chg="add del mod">
          <ac:chgData name="CRISTIAN AUGUSTO ALONSO" userId="8bd297f2-7fb0-4884-a89f-a644fef730f4" providerId="ADAL" clId="{537E60F6-239C-4046-BE16-3BE89AD3694F}" dt="2023-10-17T15:17:29.506" v="3617" actId="478"/>
          <ac:spMkLst>
            <pc:docMk/>
            <pc:sldMk cId="3027876559" sldId="306"/>
            <ac:spMk id="126" creationId="{B9CA1660-EFAC-D4D6-9766-59FC2556E87F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27" creationId="{AA9128A4-AEA5-0372-254E-69F672A8868D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28" creationId="{5CFB43DF-B502-27CC-6B85-9A59F7D983A5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29" creationId="{F1D933DE-0BA6-1C62-1851-540830E563AD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0" creationId="{554D0006-209B-30D5-1606-066C8DA3E433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1" creationId="{188ECD4B-4105-E625-46B4-ABEFA216817F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2" creationId="{50599F2A-0964-01FB-8860-5F3BEF712C58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3" creationId="{85C778B7-63D9-D6EB-0025-9EC7E2BDD46D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4" creationId="{C954D701-D3B5-DA21-C133-55B14EA1A24D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5" creationId="{231B0A46-D345-89C1-F7EB-762C46C11C98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6" creationId="{0B6E83D7-BDC5-E4F4-3766-1571C804183A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7" creationId="{21DBB1FD-2475-9FC8-4085-82DB956566D1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8" creationId="{021759F2-D52C-0AB4-684A-45145A186654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39" creationId="{3A0159B2-D8DD-71D0-0B58-E1A5AAFEF1DB}"/>
          </ac:spMkLst>
        </pc:spChg>
        <pc:spChg chg="add del mod">
          <ac:chgData name="CRISTIAN AUGUSTO ALONSO" userId="8bd297f2-7fb0-4884-a89f-a644fef730f4" providerId="ADAL" clId="{537E60F6-239C-4046-BE16-3BE89AD3694F}" dt="2023-10-17T15:17:58.956" v="3621"/>
          <ac:spMkLst>
            <pc:docMk/>
            <pc:sldMk cId="3027876559" sldId="306"/>
            <ac:spMk id="140" creationId="{AF58854A-31B3-B573-7E6B-B86799AB3BC0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1" creationId="{A38D72D0-6DD2-0ECF-2FA7-CF66927DEA96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2" creationId="{04E2E1E7-7616-912F-EF76-1B0A23464863}"/>
          </ac:spMkLst>
        </pc:spChg>
        <pc:spChg chg="add del mod">
          <ac:chgData name="CRISTIAN AUGUSTO ALONSO" userId="8bd297f2-7fb0-4884-a89f-a644fef730f4" providerId="ADAL" clId="{537E60F6-239C-4046-BE16-3BE89AD3694F}" dt="2023-10-17T15:38:07.354" v="3804" actId="478"/>
          <ac:spMkLst>
            <pc:docMk/>
            <pc:sldMk cId="3027876559" sldId="306"/>
            <ac:spMk id="143" creationId="{8E568CCB-D7F5-1132-C618-94627D178899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4" creationId="{2E00FA56-0A17-853F-46F8-32C6B616AAF2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5" creationId="{D7C9A0A1-8F0D-A917-0BF5-E420C2A4C442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6" creationId="{EAD9201C-59BF-075B-53E0-33E535BAA753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7" creationId="{F3A130EA-4C68-6239-B7FB-6EC29FF2A3E1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8" creationId="{D19A00EF-E1E9-4B62-3F27-683E5F25D12B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49" creationId="{6ABBA3E2-DB91-95BA-FE52-AA169140F0D2}"/>
          </ac:spMkLst>
        </pc:spChg>
        <pc:spChg chg="add del mod">
          <ac:chgData name="CRISTIAN AUGUSTO ALONSO" userId="8bd297f2-7fb0-4884-a89f-a644fef730f4" providerId="ADAL" clId="{537E60F6-239C-4046-BE16-3BE89AD3694F}" dt="2023-10-17T15:48:58.034" v="3916" actId="478"/>
          <ac:spMkLst>
            <pc:docMk/>
            <pc:sldMk cId="3027876559" sldId="306"/>
            <ac:spMk id="150" creationId="{FC4DABA8-39CC-A3D2-20A3-4465648BBF13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51" creationId="{A80B9F0A-F2FE-FDE9-F5CD-2C04059B93B4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52" creationId="{929168D8-52A1-A521-6E76-219AC609EC64}"/>
          </ac:spMkLst>
        </pc:spChg>
        <pc:spChg chg="add mod">
          <ac:chgData name="CRISTIAN AUGUSTO ALONSO" userId="8bd297f2-7fb0-4884-a89f-a644fef730f4" providerId="ADAL" clId="{537E60F6-239C-4046-BE16-3BE89AD3694F}" dt="2023-10-18T14:26:46.523" v="4045" actId="165"/>
          <ac:spMkLst>
            <pc:docMk/>
            <pc:sldMk cId="3027876559" sldId="306"/>
            <ac:spMk id="153" creationId="{8144F467-0052-CC2B-9CA8-6EABCD7485C6}"/>
          </ac:spMkLst>
        </pc:spChg>
        <pc:grpChg chg="add del mod">
          <ac:chgData name="CRISTIAN AUGUSTO ALONSO" userId="8bd297f2-7fb0-4884-a89f-a644fef730f4" providerId="ADAL" clId="{537E60F6-239C-4046-BE16-3BE89AD3694F}" dt="2023-10-17T15:41:28.432" v="3857"/>
          <ac:grpSpMkLst>
            <pc:docMk/>
            <pc:sldMk cId="3027876559" sldId="306"/>
            <ac:grpSpMk id="2" creationId="{7C19D9E7-B11A-DA88-2ADF-77ADDC21D3B5}"/>
          </ac:grpSpMkLst>
        </pc:grpChg>
        <pc:grpChg chg="add mod">
          <ac:chgData name="CRISTIAN AUGUSTO ALONSO" userId="8bd297f2-7fb0-4884-a89f-a644fef730f4" providerId="ADAL" clId="{537E60F6-239C-4046-BE16-3BE89AD3694F}" dt="2023-10-18T14:28:10.281" v="4047" actId="164"/>
          <ac:grpSpMkLst>
            <pc:docMk/>
            <pc:sldMk cId="3027876559" sldId="306"/>
            <ac:grpSpMk id="3" creationId="{D1D780CC-6AC7-5A6F-4E8D-8C2A638567AD}"/>
          </ac:grpSpMkLst>
        </pc:grpChg>
        <pc:grpChg chg="add del mod">
          <ac:chgData name="CRISTIAN AUGUSTO ALONSO" userId="8bd297f2-7fb0-4884-a89f-a644fef730f4" providerId="ADAL" clId="{537E60F6-239C-4046-BE16-3BE89AD3694F}" dt="2023-10-17T15:49:30.497" v="3922" actId="165"/>
          <ac:grpSpMkLst>
            <pc:docMk/>
            <pc:sldMk cId="3027876559" sldId="306"/>
            <ac:grpSpMk id="10" creationId="{55A4CDD1-E496-9DB2-345A-5C48B95E91FA}"/>
          </ac:grpSpMkLst>
        </pc:grpChg>
        <pc:grpChg chg="add mod topLvl">
          <ac:chgData name="CRISTIAN AUGUSTO ALONSO" userId="8bd297f2-7fb0-4884-a89f-a644fef730f4" providerId="ADAL" clId="{537E60F6-239C-4046-BE16-3BE89AD3694F}" dt="2023-10-18T14:28:10.281" v="4047" actId="164"/>
          <ac:grpSpMkLst>
            <pc:docMk/>
            <pc:sldMk cId="3027876559" sldId="306"/>
            <ac:grpSpMk id="11" creationId="{697F4B3B-45D5-8F78-5788-9668976B1B56}"/>
          </ac:grpSpMkLst>
        </pc:grpChg>
        <pc:grpChg chg="add del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12" creationId="{257EBEDD-8145-8FE8-7EAE-8129B89F54EC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15" creationId="{6F7E1C3E-27B7-E666-FD94-8FF06D4D25DF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18" creationId="{72C3B091-ED38-929D-AED3-70ECFFA41C35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21" creationId="{382F01D1-431E-E5A9-16BC-3D2E299A7197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24" creationId="{5E1F9B04-6669-F047-EE99-5CF2FE64BCEE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27" creationId="{787CF865-885C-AE51-39F6-EA3BDBD37DC0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30" creationId="{9C62EED8-0168-4C97-1C27-9467773AD261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33" creationId="{A3B12AB0-0730-D63E-F067-13F0C4F97C4B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36" creationId="{AFDC5390-3322-05D0-168C-A6A9587EA51F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39" creationId="{348DE86A-CBDE-9033-92EB-5E5619DABAA5}"/>
          </ac:grpSpMkLst>
        </pc:grpChg>
        <pc:grpChg chg="add del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42" creationId="{0B27D1EE-1727-2B35-4CC0-90E7B0CFA515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45" creationId="{78C3DB94-E434-A05D-A6DD-EC92DF0272F9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48" creationId="{40818040-1ACB-4637-4821-C41D92F33FFA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51" creationId="{6EC97B9B-54C0-6BAC-2947-626F2615026E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54" creationId="{D3C125BC-99B4-BC1F-F02D-60602EFA690B}"/>
          </ac:grpSpMkLst>
        </pc:grpChg>
        <pc:grpChg chg="add del mod topLvl">
          <ac:chgData name="CRISTIAN AUGUSTO ALONSO" userId="8bd297f2-7fb0-4884-a89f-a644fef730f4" providerId="ADAL" clId="{537E60F6-239C-4046-BE16-3BE89AD3694F}" dt="2023-10-17T15:43:45.637" v="3880" actId="165"/>
          <ac:grpSpMkLst>
            <pc:docMk/>
            <pc:sldMk cId="3027876559" sldId="306"/>
            <ac:grpSpMk id="57" creationId="{55A7131F-4428-1746-5C2B-CEFD0E395938}"/>
          </ac:grpSpMkLst>
        </pc:grpChg>
        <pc:grpChg chg="add mod topLvl">
          <ac:chgData name="CRISTIAN AUGUSTO ALONSO" userId="8bd297f2-7fb0-4884-a89f-a644fef730f4" providerId="ADAL" clId="{537E60F6-239C-4046-BE16-3BE89AD3694F}" dt="2023-10-18T14:28:10.281" v="4047" actId="164"/>
          <ac:grpSpMkLst>
            <pc:docMk/>
            <pc:sldMk cId="3027876559" sldId="306"/>
            <ac:grpSpMk id="58" creationId="{932BB330-D518-4E2F-C693-33FB0F40ACD1}"/>
          </ac:grpSpMkLst>
        </pc:grpChg>
        <pc:grpChg chg="add mod topLvl">
          <ac:chgData name="CRISTIAN AUGUSTO ALONSO" userId="8bd297f2-7fb0-4884-a89f-a644fef730f4" providerId="ADAL" clId="{537E60F6-239C-4046-BE16-3BE89AD3694F}" dt="2023-10-18T14:28:10.281" v="4047" actId="164"/>
          <ac:grpSpMkLst>
            <pc:docMk/>
            <pc:sldMk cId="3027876559" sldId="306"/>
            <ac:grpSpMk id="68" creationId="{64B5B1F8-C8A6-D01D-080F-A5BAEAD56555}"/>
          </ac:grpSpMkLst>
        </pc:grpChg>
        <pc:grpChg chg="add mod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71" creationId="{E5ED0907-96CA-4277-C028-29ADF9D584B1}"/>
          </ac:grpSpMkLst>
        </pc:grpChg>
        <pc:grpChg chg="add mod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74" creationId="{912D6B7C-5B17-5EC7-E251-C3279865D371}"/>
          </ac:grpSpMkLst>
        </pc:grpChg>
        <pc:grpChg chg="add mod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77" creationId="{70DD3D0E-4560-DC4C-001B-E5E8D3D6F2DA}"/>
          </ac:grpSpMkLst>
        </pc:grpChg>
        <pc:grpChg chg="add mod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80" creationId="{A544C05D-C74B-EDD5-4AA2-B24E7C45D2FD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83" creationId="{CC5D3215-AD14-42DA-C392-C68E3DC63580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86" creationId="{6B03B4C3-A48F-946B-2E5E-33871D1B2824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89" creationId="{3F0CEAF8-6087-9A8C-F90E-15612475420F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92" creationId="{3A6441DD-AE16-D342-1E0D-DC26A0287E68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95" creationId="{C60AA8CE-CC01-E450-B8A0-14EBEF2E9100}"/>
          </ac:grpSpMkLst>
        </pc:grpChg>
        <pc:grpChg chg="add del mod">
          <ac:chgData name="CRISTIAN AUGUSTO ALONSO" userId="8bd297f2-7fb0-4884-a89f-a644fef730f4" providerId="ADAL" clId="{537E60F6-239C-4046-BE16-3BE89AD3694F}" dt="2023-10-17T15:35:48.296" v="3802" actId="478"/>
          <ac:grpSpMkLst>
            <pc:docMk/>
            <pc:sldMk cId="3027876559" sldId="306"/>
            <ac:grpSpMk id="98" creationId="{4F4D10EA-F9E8-5E7F-7F78-05AAEF8C8BE5}"/>
          </ac:grpSpMkLst>
        </pc:grpChg>
        <pc:grpChg chg="add mod topLvl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101" creationId="{91E3AFD5-D4AC-A002-43FC-F31B7DD46CF5}"/>
          </ac:grpSpMkLst>
        </pc:grpChg>
        <pc:grpChg chg="add del mod topLvl">
          <ac:chgData name="CRISTIAN AUGUSTO ALONSO" userId="8bd297f2-7fb0-4884-a89f-a644fef730f4" providerId="ADAL" clId="{537E60F6-239C-4046-BE16-3BE89AD3694F}" dt="2023-10-17T15:49:23.367" v="3919" actId="478"/>
          <ac:grpSpMkLst>
            <pc:docMk/>
            <pc:sldMk cId="3027876559" sldId="306"/>
            <ac:grpSpMk id="104" creationId="{E6FFA931-E8D0-CF77-93E1-AEFFFBDD145F}"/>
          </ac:grpSpMkLst>
        </pc:grpChg>
        <pc:grpChg chg="add del mod topLvl">
          <ac:chgData name="CRISTIAN AUGUSTO ALONSO" userId="8bd297f2-7fb0-4884-a89f-a644fef730f4" providerId="ADAL" clId="{537E60F6-239C-4046-BE16-3BE89AD3694F}" dt="2023-10-17T15:44:22.602" v="3886" actId="165"/>
          <ac:grpSpMkLst>
            <pc:docMk/>
            <pc:sldMk cId="3027876559" sldId="306"/>
            <ac:grpSpMk id="107" creationId="{EFE369BA-6D74-7859-CB42-106E5CA61178}"/>
          </ac:grpSpMkLst>
        </pc:grpChg>
        <pc:grpChg chg="add del mod">
          <ac:chgData name="CRISTIAN AUGUSTO ALONSO" userId="8bd297f2-7fb0-4884-a89f-a644fef730f4" providerId="ADAL" clId="{537E60F6-239C-4046-BE16-3BE89AD3694F}" dt="2023-10-18T14:26:46.523" v="4045" actId="165"/>
          <ac:grpSpMkLst>
            <pc:docMk/>
            <pc:sldMk cId="3027876559" sldId="306"/>
            <ac:grpSpMk id="109" creationId="{2A0B2197-0D91-DBBD-64E7-CB905E5F49D2}"/>
          </ac:grpSpMkLst>
        </pc:grpChg>
        <pc:grpChg chg="add mod topLvl">
          <ac:chgData name="CRISTIAN AUGUSTO ALONSO" userId="8bd297f2-7fb0-4884-a89f-a644fef730f4" providerId="ADAL" clId="{537E60F6-239C-4046-BE16-3BE89AD3694F}" dt="2023-10-18T14:28:10.281" v="4047" actId="164"/>
          <ac:grpSpMkLst>
            <pc:docMk/>
            <pc:sldMk cId="3027876559" sldId="306"/>
            <ac:grpSpMk id="154" creationId="{093BB615-FE3C-A80C-1610-7C4F572A7754}"/>
          </ac:grpSpMkLst>
        </pc:grpChg>
        <pc:grpChg chg="add mod topLvl">
          <ac:chgData name="CRISTIAN AUGUSTO ALONSO" userId="8bd297f2-7fb0-4884-a89f-a644fef730f4" providerId="ADAL" clId="{537E60F6-239C-4046-BE16-3BE89AD3694F}" dt="2023-10-18T14:28:10.281" v="4047" actId="164"/>
          <ac:grpSpMkLst>
            <pc:docMk/>
            <pc:sldMk cId="3027876559" sldId="306"/>
            <ac:grpSpMk id="155" creationId="{47965E67-2513-52C5-99DE-3A469988404D}"/>
          </ac:grpSpMkLst>
        </pc:grpChg>
        <pc:grpChg chg="add del mod">
          <ac:chgData name="CRISTIAN AUGUSTO ALONSO" userId="8bd297f2-7fb0-4884-a89f-a644fef730f4" providerId="ADAL" clId="{537E60F6-239C-4046-BE16-3BE89AD3694F}" dt="2023-10-17T15:43:39.804" v="3879" actId="165"/>
          <ac:grpSpMkLst>
            <pc:docMk/>
            <pc:sldMk cId="3027876559" sldId="306"/>
            <ac:grpSpMk id="157" creationId="{7CB4E080-83D3-64DF-A10E-F2273CBB61F4}"/>
          </ac:grpSpMkLst>
        </pc:grpChg>
        <pc:picChg chg="mod">
          <ac:chgData name="CRISTIAN AUGUSTO ALONSO" userId="8bd297f2-7fb0-4884-a89f-a644fef730f4" providerId="ADAL" clId="{537E60F6-239C-4046-BE16-3BE89AD3694F}" dt="2023-10-17T15:39:36.347" v="3833"/>
          <ac:picMkLst>
            <pc:docMk/>
            <pc:sldMk cId="3027876559" sldId="306"/>
            <ac:picMk id="9" creationId="{56467988-CBFA-219B-A4E9-39953F0A5772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14" creationId="{11E87ED0-08B3-287B-71B6-068A15FD9F8D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17" creationId="{817FA9BF-DCBE-D685-6E9B-77AE9F364794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20" creationId="{5431ABC2-FEBB-B79F-F4FF-FA1E15FA7CDD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23" creationId="{7B1AC395-6538-D674-86EB-73B8BA40C13C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26" creationId="{C58A6573-9E4C-0E39-F388-24A06A71F8D9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29" creationId="{9E135834-599B-429D-9C32-062A4CEE1957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32" creationId="{B6BFD4D7-3E20-C8D3-9AA8-DAB9F38A5034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35" creationId="{1932A0FE-2BE8-FB75-E002-5C488CA28C42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38" creationId="{C3269716-E0DB-E9DE-B44A-49E8B0F981D8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41" creationId="{E45C4273-0691-F526-C9EF-03E255436C01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44" creationId="{10E1CD29-1B02-51D9-33D4-94F5BEFB539D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47" creationId="{6C0D9AEF-4C14-2760-9FEE-B9F249ADEB53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50" creationId="{EFBA7642-7AED-5858-B699-0F740F8D8713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53" creationId="{5F55EB7C-4EEF-E1D6-C749-F695B9492C00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56" creationId="{FAC9492E-7B49-0AF0-DD14-05573E92B6F9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73" creationId="{82048319-E313-DFE5-5C09-4E7DD2174754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76" creationId="{09358B94-88B0-A9CD-6862-C458FFC02CD5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79" creationId="{893888E5-D4E4-7DC6-BBC0-043CEA069051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82" creationId="{D84188A1-3095-8B70-0593-7AEF22118A60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85" creationId="{CAE59C0E-8553-EA54-6F56-F790028329F5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88" creationId="{F25EC6C3-5391-50B3-E860-51072F797145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91" creationId="{5E7E8DE4-A9ED-E7FF-3FF0-42CFFBF04B45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94" creationId="{B01AC4C2-BDEA-2189-9132-2BC0B7149D06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97" creationId="{DA0C97EB-E516-68B2-C9D1-2CA97A3216B7}"/>
          </ac:picMkLst>
        </pc:picChg>
        <pc:picChg chg="del mod topLvl">
          <ac:chgData name="CRISTIAN AUGUSTO ALONSO" userId="8bd297f2-7fb0-4884-a89f-a644fef730f4" providerId="ADAL" clId="{537E60F6-239C-4046-BE16-3BE89AD3694F}" dt="2023-10-17T15:44:25.939" v="3887" actId="478"/>
          <ac:picMkLst>
            <pc:docMk/>
            <pc:sldMk cId="3027876559" sldId="306"/>
            <ac:picMk id="100" creationId="{62CEEBA9-59FA-2DB1-6D87-259CED2F2DB9}"/>
          </ac:picMkLst>
        </pc:picChg>
        <pc:picChg chg="mod">
          <ac:chgData name="CRISTIAN AUGUSTO ALONSO" userId="8bd297f2-7fb0-4884-a89f-a644fef730f4" providerId="ADAL" clId="{537E60F6-239C-4046-BE16-3BE89AD3694F}" dt="2023-10-18T14:26:46.523" v="4045" actId="165"/>
          <ac:picMkLst>
            <pc:docMk/>
            <pc:sldMk cId="3027876559" sldId="306"/>
            <ac:picMk id="103" creationId="{B828C4B8-9077-A9EE-48C1-AB2B1B7CE7D5}"/>
          </ac:picMkLst>
        </pc:picChg>
        <pc:picChg chg="del mod topLvl">
          <ac:chgData name="CRISTIAN AUGUSTO ALONSO" userId="8bd297f2-7fb0-4884-a89f-a644fef730f4" providerId="ADAL" clId="{537E60F6-239C-4046-BE16-3BE89AD3694F}" dt="2023-10-17T15:49:32.786" v="3923" actId="478"/>
          <ac:picMkLst>
            <pc:docMk/>
            <pc:sldMk cId="3027876559" sldId="306"/>
            <ac:picMk id="106" creationId="{2C8EA725-1EE3-3DCA-5917-36D8DE0D1C83}"/>
          </ac:picMkLst>
        </pc:picChg>
        <pc:picChg chg="add mod topLvl">
          <ac:chgData name="CRISTIAN AUGUSTO ALONSO" userId="8bd297f2-7fb0-4884-a89f-a644fef730f4" providerId="ADAL" clId="{537E60F6-239C-4046-BE16-3BE89AD3694F}" dt="2023-10-18T14:28:10.281" v="4047" actId="164"/>
          <ac:picMkLst>
            <pc:docMk/>
            <pc:sldMk cId="3027876559" sldId="306"/>
            <ac:picMk id="156" creationId="{B3F5DD7D-C36B-1518-B8A8-B25D94AC63CE}"/>
          </ac:picMkLst>
        </pc:picChg>
        <pc:cxnChg chg="add mod topLvl">
          <ac:chgData name="CRISTIAN AUGUSTO ALONSO" userId="8bd297f2-7fb0-4884-a89f-a644fef730f4" providerId="ADAL" clId="{537E60F6-239C-4046-BE16-3BE89AD3694F}" dt="2023-10-18T14:28:10.281" v="4047" actId="164"/>
          <ac:cxnSpMkLst>
            <pc:docMk/>
            <pc:sldMk cId="3027876559" sldId="306"/>
            <ac:cxnSpMk id="8" creationId="{5D2D451C-32D9-6102-B7D7-B6204CF5D074}"/>
          </ac:cxnSpMkLst>
        </pc:cxnChg>
        <pc:cxnChg chg="add del mod">
          <ac:chgData name="CRISTIAN AUGUSTO ALONSO" userId="8bd297f2-7fb0-4884-a89f-a644fef730f4" providerId="ADAL" clId="{537E60F6-239C-4046-BE16-3BE89AD3694F}" dt="2023-10-17T15:01:13.237" v="2815" actId="478"/>
          <ac:cxnSpMkLst>
            <pc:docMk/>
            <pc:sldMk cId="3027876559" sldId="306"/>
            <ac:cxnSpMk id="58" creationId="{84854489-C983-4BA5-4D59-99CF28D98991}"/>
          </ac:cxnSpMkLst>
        </pc:cxnChg>
        <pc:cxnChg chg="add mod topLvl">
          <ac:chgData name="CRISTIAN AUGUSTO ALONSO" userId="8bd297f2-7fb0-4884-a89f-a644fef730f4" providerId="ADAL" clId="{537E60F6-239C-4046-BE16-3BE89AD3694F}" dt="2023-10-18T14:28:10.281" v="4047" actId="164"/>
          <ac:cxnSpMkLst>
            <pc:docMk/>
            <pc:sldMk cId="3027876559" sldId="306"/>
            <ac:cxnSpMk id="59" creationId="{C39B8F95-363C-D440-597E-D84B095F8215}"/>
          </ac:cxnSpMkLst>
        </pc:cxnChg>
        <pc:cxnChg chg="add mod topLvl">
          <ac:chgData name="CRISTIAN AUGUSTO ALONSO" userId="8bd297f2-7fb0-4884-a89f-a644fef730f4" providerId="ADAL" clId="{537E60F6-239C-4046-BE16-3BE89AD3694F}" dt="2023-10-18T14:28:10.281" v="4047" actId="164"/>
          <ac:cxnSpMkLst>
            <pc:docMk/>
            <pc:sldMk cId="3027876559" sldId="306"/>
            <ac:cxnSpMk id="61" creationId="{44AE062B-5A5F-A258-C407-002ADBFE2A10}"/>
          </ac:cxnSpMkLst>
        </pc:cxnChg>
        <pc:cxnChg chg="add mod topLvl">
          <ac:chgData name="CRISTIAN AUGUSTO ALONSO" userId="8bd297f2-7fb0-4884-a89f-a644fef730f4" providerId="ADAL" clId="{537E60F6-239C-4046-BE16-3BE89AD3694F}" dt="2023-10-18T14:28:10.281" v="4047" actId="164"/>
          <ac:cxnSpMkLst>
            <pc:docMk/>
            <pc:sldMk cId="3027876559" sldId="306"/>
            <ac:cxnSpMk id="62" creationId="{29655799-7C86-89A6-49FD-11A6F135FE70}"/>
          </ac:cxnSpMkLst>
        </pc:cxnChg>
        <pc:cxnChg chg="add del mod">
          <ac:chgData name="CRISTIAN AUGUSTO ALONSO" userId="8bd297f2-7fb0-4884-a89f-a644fef730f4" providerId="ADAL" clId="{537E60F6-239C-4046-BE16-3BE89AD3694F}" dt="2023-10-17T15:17:29.506" v="3617" actId="478"/>
          <ac:cxnSpMkLst>
            <pc:docMk/>
            <pc:sldMk cId="3027876559" sldId="306"/>
            <ac:cxnSpMk id="112" creationId="{32164B85-DACA-5871-7890-5054EBB5D80E}"/>
          </ac:cxnSpMkLst>
        </pc:cxnChg>
      </pc:sldChg>
      <pc:sldChg chg="addSp delSp modSp add mod ord">
        <pc:chgData name="CRISTIAN AUGUSTO ALONSO" userId="8bd297f2-7fb0-4884-a89f-a644fef730f4" providerId="ADAL" clId="{537E60F6-239C-4046-BE16-3BE89AD3694F}" dt="2023-10-17T17:37:21.267" v="4034"/>
        <pc:sldMkLst>
          <pc:docMk/>
          <pc:sldMk cId="403907734" sldId="307"/>
        </pc:sldMkLst>
        <pc:spChg chg="add mod">
          <ac:chgData name="CRISTIAN AUGUSTO ALONSO" userId="8bd297f2-7fb0-4884-a89f-a644fef730f4" providerId="ADAL" clId="{537E60F6-239C-4046-BE16-3BE89AD3694F}" dt="2023-10-17T15:52:40.875" v="3978" actId="571"/>
          <ac:spMkLst>
            <pc:docMk/>
            <pc:sldMk cId="403907734" sldId="307"/>
            <ac:spMk id="2" creationId="{40095F90-4DF6-FC0C-7D77-45CFDB4C1755}"/>
          </ac:spMkLst>
        </pc:spChg>
        <pc:spChg chg="add mod">
          <ac:chgData name="CRISTIAN AUGUSTO ALONSO" userId="8bd297f2-7fb0-4884-a89f-a644fef730f4" providerId="ADAL" clId="{537E60F6-239C-4046-BE16-3BE89AD3694F}" dt="2023-10-17T15:52:40.875" v="3978" actId="571"/>
          <ac:spMkLst>
            <pc:docMk/>
            <pc:sldMk cId="403907734" sldId="307"/>
            <ac:spMk id="3" creationId="{E1FEE611-1FFD-2C4C-E35F-340FFE1686E4}"/>
          </ac:spMkLst>
        </pc:spChg>
        <pc:spChg chg="add mod">
          <ac:chgData name="CRISTIAN AUGUSTO ALONSO" userId="8bd297f2-7fb0-4884-a89f-a644fef730f4" providerId="ADAL" clId="{537E60F6-239C-4046-BE16-3BE89AD3694F}" dt="2023-10-17T15:52:40.875" v="3978" actId="571"/>
          <ac:spMkLst>
            <pc:docMk/>
            <pc:sldMk cId="403907734" sldId="307"/>
            <ac:spMk id="7" creationId="{A2914FFA-6508-F923-8C8D-AA96AE808C0F}"/>
          </ac:spMkLst>
        </pc:spChg>
        <pc:spChg chg="add mod">
          <ac:chgData name="CRISTIAN AUGUSTO ALONSO" userId="8bd297f2-7fb0-4884-a89f-a644fef730f4" providerId="ADAL" clId="{537E60F6-239C-4046-BE16-3BE89AD3694F}" dt="2023-10-17T17:37:21.267" v="4034"/>
          <ac:spMkLst>
            <pc:docMk/>
            <pc:sldMk cId="403907734" sldId="307"/>
            <ac:spMk id="10" creationId="{7ED55FFF-667A-2B17-0FE6-9EF59FC6502F}"/>
          </ac:spMkLst>
        </pc:spChg>
        <pc:spChg chg="add mod">
          <ac:chgData name="CRISTIAN AUGUSTO ALONSO" userId="8bd297f2-7fb0-4884-a89f-a644fef730f4" providerId="ADAL" clId="{537E60F6-239C-4046-BE16-3BE89AD3694F}" dt="2023-10-17T17:37:21.267" v="4034"/>
          <ac:spMkLst>
            <pc:docMk/>
            <pc:sldMk cId="403907734" sldId="307"/>
            <ac:spMk id="11" creationId="{E089459A-D593-C6C7-05EF-35A8A83BD4D5}"/>
          </ac:spMkLst>
        </pc:spChg>
        <pc:spChg chg="del">
          <ac:chgData name="CRISTIAN AUGUSTO ALONSO" userId="8bd297f2-7fb0-4884-a89f-a644fef730f4" providerId="ADAL" clId="{537E60F6-239C-4046-BE16-3BE89AD3694F}" dt="2023-10-17T17:37:20.542" v="4033" actId="478"/>
          <ac:spMkLst>
            <pc:docMk/>
            <pc:sldMk cId="403907734" sldId="307"/>
            <ac:spMk id="15" creationId="{45DD8E1D-A0AE-715B-E836-2460E1469A6C}"/>
          </ac:spMkLst>
        </pc:spChg>
        <pc:spChg chg="del mod">
          <ac:chgData name="CRISTIAN AUGUSTO ALONSO" userId="8bd297f2-7fb0-4884-a89f-a644fef730f4" providerId="ADAL" clId="{537E60F6-239C-4046-BE16-3BE89AD3694F}" dt="2023-10-17T17:37:20.542" v="4033" actId="478"/>
          <ac:spMkLst>
            <pc:docMk/>
            <pc:sldMk cId="403907734" sldId="307"/>
            <ac:spMk id="16" creationId="{27A27BE6-F129-809D-9935-74DED86E8DED}"/>
          </ac:spMkLst>
        </pc:spChg>
        <pc:spChg chg="del mod">
          <ac:chgData name="CRISTIAN AUGUSTO ALONSO" userId="8bd297f2-7fb0-4884-a89f-a644fef730f4" providerId="ADAL" clId="{537E60F6-239C-4046-BE16-3BE89AD3694F}" dt="2023-10-17T17:37:20.542" v="4033" actId="478"/>
          <ac:spMkLst>
            <pc:docMk/>
            <pc:sldMk cId="403907734" sldId="307"/>
            <ac:spMk id="17" creationId="{E5D89FBA-47C3-BF58-07A4-A7DB9075570A}"/>
          </ac:spMkLst>
        </pc:spChg>
        <pc:spChg chg="add mod">
          <ac:chgData name="CRISTIAN AUGUSTO ALONSO" userId="8bd297f2-7fb0-4884-a89f-a644fef730f4" providerId="ADAL" clId="{537E60F6-239C-4046-BE16-3BE89AD3694F}" dt="2023-10-17T17:37:21.267" v="4034"/>
          <ac:spMkLst>
            <pc:docMk/>
            <pc:sldMk cId="403907734" sldId="307"/>
            <ac:spMk id="18" creationId="{B3F5107B-BA33-18A4-2E17-7577D2C8672E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30" creationId="{4B4C98E5-31B8-6F2E-AA41-6BF2CF86B57D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34" creationId="{E9500F25-BAC5-E706-71AF-C91DFA05E2FF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35" creationId="{B8C28189-08DA-2FC3-D5EB-FE70F57BA6DF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36" creationId="{7FAF5313-63D8-3E21-0FC9-5A95B8C8664D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46" creationId="{3738D024-E6D5-5C21-CD72-A42ED3C048FE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47" creationId="{248B0994-514B-4FEA-8BC1-82677C11E848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49" creationId="{6EB0FD07-45CA-0A42-9755-90471AE9DF13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50" creationId="{0D48721F-7629-A9BA-F0B2-8E828A275365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52" creationId="{3AF8A0BE-3CE9-AE34-DE4B-B2971ACE508E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53" creationId="{039BA7B0-BF8D-E4A3-DCB8-7ABFF058FAAA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91" creationId="{866B8AF6-5658-E66E-1297-DB8602A0B219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92" creationId="{F2C1C7A0-6FCC-EAE1-B199-71CB05F3C60D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93" creationId="{9907B01C-754A-0FBD-0ED2-53E5953B7297}"/>
          </ac:spMkLst>
        </pc:spChg>
        <pc:spChg chg="add del">
          <ac:chgData name="CRISTIAN AUGUSTO ALONSO" userId="8bd297f2-7fb0-4884-a89f-a644fef730f4" providerId="ADAL" clId="{537E60F6-239C-4046-BE16-3BE89AD3694F}" dt="2023-10-17T15:22:14.862" v="3777" actId="478"/>
          <ac:spMkLst>
            <pc:docMk/>
            <pc:sldMk cId="403907734" sldId="307"/>
            <ac:spMk id="94" creationId="{53E76E3A-6E87-B8B0-6A45-F6AF35EE961E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21" creationId="{D6123A06-32F3-0ED1-B477-2C1A1F5D359A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22" creationId="{A640CE52-6BBF-FE3D-4C12-A3E2D989A853}"/>
          </ac:spMkLst>
        </pc:spChg>
        <pc:spChg chg="del">
          <ac:chgData name="CRISTIAN AUGUSTO ALONSO" userId="8bd297f2-7fb0-4884-a89f-a644fef730f4" providerId="ADAL" clId="{537E60F6-239C-4046-BE16-3BE89AD3694F}" dt="2023-10-17T15:22:26.941" v="3780" actId="478"/>
          <ac:spMkLst>
            <pc:docMk/>
            <pc:sldMk cId="403907734" sldId="307"/>
            <ac:spMk id="133" creationId="{6136F71C-9128-C647-B577-33AD8B8F7AB1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54" creationId="{84FDCDA6-381C-5608-DA7C-FD308A5F52BF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55" creationId="{9A46549A-E77E-7D9B-1F68-AE0ACD3F0C9A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56" creationId="{35A07BE7-F09F-899A-266B-8E2257FE631B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57" creationId="{7A099550-8DEF-1096-F2F4-FAA9E2415C58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58" creationId="{C980C5B6-9090-2A29-60C6-1A41E7AB8F52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59" creationId="{49A84C21-9609-E0D2-89A5-C526DDE41A3E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60" creationId="{48ED2223-2C7C-B13A-0A95-C329390D7FF4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61" creationId="{3F90D3D3-702D-806A-776F-895CBD11364E}"/>
          </ac:spMkLst>
        </pc:spChg>
        <pc:spChg chg="del">
          <ac:chgData name="CRISTIAN AUGUSTO ALONSO" userId="8bd297f2-7fb0-4884-a89f-a644fef730f4" providerId="ADAL" clId="{537E60F6-239C-4046-BE16-3BE89AD3694F}" dt="2023-10-17T15:22:33.119" v="3783" actId="478"/>
          <ac:spMkLst>
            <pc:docMk/>
            <pc:sldMk cId="403907734" sldId="307"/>
            <ac:spMk id="162" creationId="{C385D096-B557-4DE6-9B6A-229BF608DA5C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63" creationId="{89C370E1-F11C-1B0D-916E-E488B220498A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64" creationId="{293FDF92-E297-8208-1426-A4D81B2F1C9A}"/>
          </ac:spMkLst>
        </pc:spChg>
        <pc:spChg chg="del">
          <ac:chgData name="CRISTIAN AUGUSTO ALONSO" userId="8bd297f2-7fb0-4884-a89f-a644fef730f4" providerId="ADAL" clId="{537E60F6-239C-4046-BE16-3BE89AD3694F}" dt="2023-10-17T15:22:31.567" v="3782" actId="478"/>
          <ac:spMkLst>
            <pc:docMk/>
            <pc:sldMk cId="403907734" sldId="307"/>
            <ac:spMk id="165" creationId="{3EB8CEE6-D18E-3AF5-24F8-BAE55FE168A9}"/>
          </ac:spMkLst>
        </pc:s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41" creationId="{71662EAB-9CE8-2A81-3D31-B1983A12AEB6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54" creationId="{415AB70E-164C-4373-60E7-9524A672D7F9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57" creationId="{BA89864D-EB22-025D-0DAB-A4754EC6E22A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60" creationId="{EB87038B-599B-6FC5-DAEF-79FBA7E221AE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64" creationId="{0AE3FC1A-0A7C-3F21-B5BA-5CC485FA1078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67" creationId="{530C911D-15F4-44B7-C9CD-47A9337C5096}"/>
          </ac:grpSpMkLst>
        </pc:grpChg>
        <pc:grpChg chg="del">
          <ac:chgData name="CRISTIAN AUGUSTO ALONSO" userId="8bd297f2-7fb0-4884-a89f-a644fef730f4" providerId="ADAL" clId="{537E60F6-239C-4046-BE16-3BE89AD3694F}" dt="2023-10-17T15:22:20.201" v="3778" actId="478"/>
          <ac:grpSpMkLst>
            <pc:docMk/>
            <pc:sldMk cId="403907734" sldId="307"/>
            <ac:grpSpMk id="70" creationId="{ED1B4C63-66C7-0268-34DD-476B93146E72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73" creationId="{0596034A-B808-957E-BDE9-305EF97D4939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76" creationId="{E9CC4F1B-709E-B1E3-0D46-D18F905D4089}"/>
          </ac:grpSpMkLst>
        </pc:grpChg>
        <pc:grpChg chg="del">
          <ac:chgData name="CRISTIAN AUGUSTO ALONSO" userId="8bd297f2-7fb0-4884-a89f-a644fef730f4" providerId="ADAL" clId="{537E60F6-239C-4046-BE16-3BE89AD3694F}" dt="2023-10-17T15:22:20.201" v="3778" actId="478"/>
          <ac:grpSpMkLst>
            <pc:docMk/>
            <pc:sldMk cId="403907734" sldId="307"/>
            <ac:grpSpMk id="79" creationId="{95DE1D91-E318-1E90-BEC1-14F1969335AB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82" creationId="{A4052615-4293-3DB2-85C6-BD97CB36365C}"/>
          </ac:grpSpMkLst>
        </pc:grpChg>
        <pc:grpChg chg="del">
          <ac:chgData name="CRISTIAN AUGUSTO ALONSO" userId="8bd297f2-7fb0-4884-a89f-a644fef730f4" providerId="ADAL" clId="{537E60F6-239C-4046-BE16-3BE89AD3694F}" dt="2023-10-17T15:22:20.201" v="3778" actId="478"/>
          <ac:grpSpMkLst>
            <pc:docMk/>
            <pc:sldMk cId="403907734" sldId="307"/>
            <ac:grpSpMk id="85" creationId="{B4ABA0A2-DD60-4FF4-4FD2-5D9589AE273F}"/>
          </ac:grpSpMkLst>
        </pc:grpChg>
        <pc:grpChg chg="del">
          <ac:chgData name="CRISTIAN AUGUSTO ALONSO" userId="8bd297f2-7fb0-4884-a89f-a644fef730f4" providerId="ADAL" clId="{537E60F6-239C-4046-BE16-3BE89AD3694F}" dt="2023-10-17T15:22:20.201" v="3778" actId="478"/>
          <ac:grpSpMkLst>
            <pc:docMk/>
            <pc:sldMk cId="403907734" sldId="307"/>
            <ac:grpSpMk id="88" creationId="{918BBB6D-5322-3404-80B1-34B830652043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96" creationId="{DCA67620-7231-AB53-9B38-E2EA74C44FAB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99" creationId="{6B7A6F97-4E12-762A-C5B8-33D67B5A9053}"/>
          </ac:grpSpMkLst>
        </pc:grpChg>
        <pc:grpChg chg="del">
          <ac:chgData name="CRISTIAN AUGUSTO ALONSO" userId="8bd297f2-7fb0-4884-a89f-a644fef730f4" providerId="ADAL" clId="{537E60F6-239C-4046-BE16-3BE89AD3694F}" dt="2023-10-17T15:22:23.141" v="3779" actId="478"/>
          <ac:grpSpMkLst>
            <pc:docMk/>
            <pc:sldMk cId="403907734" sldId="307"/>
            <ac:grpSpMk id="102" creationId="{EFB6A09D-EA52-DF91-64D7-3920B9E49C48}"/>
          </ac:grpSpMkLst>
        </pc:grpChg>
        <pc:grpChg chg="del">
          <ac:chgData name="CRISTIAN AUGUSTO ALONSO" userId="8bd297f2-7fb0-4884-a89f-a644fef730f4" providerId="ADAL" clId="{537E60F6-239C-4046-BE16-3BE89AD3694F}" dt="2023-10-17T15:22:20.201" v="3778" actId="478"/>
          <ac:grpSpMkLst>
            <pc:docMk/>
            <pc:sldMk cId="403907734" sldId="307"/>
            <ac:grpSpMk id="105" creationId="{02F49D6E-BB05-8632-67B4-407B59E13335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08" creationId="{F4B1C39B-7A00-4637-A2A7-724941EEE933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11" creationId="{48B39451-5173-4592-8530-79FE1055F4AF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15" creationId="{ACDA2FA0-B61C-A728-4564-7FA563FF9318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18" creationId="{1900F12E-FD45-C61C-879D-3261C6D46D42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23" creationId="{0358C914-0648-2522-8EE1-F0E43B8804EE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26" creationId="{19416FB9-3B36-B234-E0DD-DA1D5B2E7327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29" creationId="{12409A95-EB4A-2EC5-5F9D-9324877039D0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35" creationId="{EAA813DC-95EB-D2B1-8CED-2D4E1D2E0632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39" creationId="{B571587D-A5C7-EC11-B22E-4D1691BA5737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42" creationId="{DD209C4C-185A-1D50-25CC-C6DBB042130A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45" creationId="{6166DD0D-0048-E9DD-4A8B-50CA7E67DE92}"/>
          </ac:grpSpMkLst>
        </pc:grpChg>
        <pc:grpChg chg="del">
          <ac:chgData name="CRISTIAN AUGUSTO ALONSO" userId="8bd297f2-7fb0-4884-a89f-a644fef730f4" providerId="ADAL" clId="{537E60F6-239C-4046-BE16-3BE89AD3694F}" dt="2023-10-17T15:22:28.900" v="3781" actId="478"/>
          <ac:grpSpMkLst>
            <pc:docMk/>
            <pc:sldMk cId="403907734" sldId="307"/>
            <ac:grpSpMk id="148" creationId="{BBE14E68-8446-7130-A7FD-23CB0BC78299}"/>
          </ac:grpSpMkLst>
        </pc:grpChg>
        <pc:grpChg chg="del">
          <ac:chgData name="CRISTIAN AUGUSTO ALONSO" userId="8bd297f2-7fb0-4884-a89f-a644fef730f4" providerId="ADAL" clId="{537E60F6-239C-4046-BE16-3BE89AD3694F}" dt="2023-10-17T15:22:26.941" v="3780" actId="478"/>
          <ac:grpSpMkLst>
            <pc:docMk/>
            <pc:sldMk cId="403907734" sldId="307"/>
            <ac:grpSpMk id="151" creationId="{F71F70AC-8B58-0376-49BF-45AC61238EA6}"/>
          </ac:grpSpMkLst>
        </pc:grpChg>
        <pc:cxnChg chg="add mod">
          <ac:chgData name="CRISTIAN AUGUSTO ALONSO" userId="8bd297f2-7fb0-4884-a89f-a644fef730f4" providerId="ADAL" clId="{537E60F6-239C-4046-BE16-3BE89AD3694F}" dt="2023-10-17T17:37:21.267" v="4034"/>
          <ac:cxnSpMkLst>
            <pc:docMk/>
            <pc:sldMk cId="403907734" sldId="307"/>
            <ac:cxnSpMk id="2" creationId="{EC2E65C9-DF73-678B-8C34-00DD5A1969F4}"/>
          </ac:cxnSpMkLst>
        </pc:cxnChg>
        <pc:cxnChg chg="add mod">
          <ac:chgData name="CRISTIAN AUGUSTO ALONSO" userId="8bd297f2-7fb0-4884-a89f-a644fef730f4" providerId="ADAL" clId="{537E60F6-239C-4046-BE16-3BE89AD3694F}" dt="2023-10-17T17:37:21.267" v="4034"/>
          <ac:cxnSpMkLst>
            <pc:docMk/>
            <pc:sldMk cId="403907734" sldId="307"/>
            <ac:cxnSpMk id="3" creationId="{5D1C0473-5204-3D23-3505-47813BD7CCCA}"/>
          </ac:cxnSpMkLst>
        </pc:cxnChg>
        <pc:cxnChg chg="add mod">
          <ac:chgData name="CRISTIAN AUGUSTO ALONSO" userId="8bd297f2-7fb0-4884-a89f-a644fef730f4" providerId="ADAL" clId="{537E60F6-239C-4046-BE16-3BE89AD3694F}" dt="2023-10-17T17:37:21.267" v="4034"/>
          <ac:cxnSpMkLst>
            <pc:docMk/>
            <pc:sldMk cId="403907734" sldId="307"/>
            <ac:cxnSpMk id="7" creationId="{EA531A41-5CB4-4A23-9745-58D9E4E4C217}"/>
          </ac:cxnSpMkLst>
        </pc:cxnChg>
        <pc:cxnChg chg="add del">
          <ac:chgData name="CRISTIAN AUGUSTO ALONSO" userId="8bd297f2-7fb0-4884-a89f-a644fef730f4" providerId="ADAL" clId="{537E60F6-239C-4046-BE16-3BE89AD3694F}" dt="2023-10-17T17:37:20.542" v="4033" actId="478"/>
          <ac:cxnSpMkLst>
            <pc:docMk/>
            <pc:sldMk cId="403907734" sldId="307"/>
            <ac:cxnSpMk id="8" creationId="{FF3687EE-BA23-266D-7C1E-DA683D9DBD09}"/>
          </ac:cxnSpMkLst>
        </pc:cxnChg>
        <pc:cxnChg chg="add mod">
          <ac:chgData name="CRISTIAN AUGUSTO ALONSO" userId="8bd297f2-7fb0-4884-a89f-a644fef730f4" providerId="ADAL" clId="{537E60F6-239C-4046-BE16-3BE89AD3694F}" dt="2023-10-17T17:37:21.267" v="4034"/>
          <ac:cxnSpMkLst>
            <pc:docMk/>
            <pc:sldMk cId="403907734" sldId="307"/>
            <ac:cxnSpMk id="9" creationId="{561D8997-9287-5967-C7BA-45F03F17B517}"/>
          </ac:cxnSpMkLst>
        </pc:cxnChg>
        <pc:cxnChg chg="del">
          <ac:chgData name="CRISTIAN AUGUSTO ALONSO" userId="8bd297f2-7fb0-4884-a89f-a644fef730f4" providerId="ADAL" clId="{537E60F6-239C-4046-BE16-3BE89AD3694F}" dt="2023-10-17T17:37:20.542" v="4033" actId="478"/>
          <ac:cxnSpMkLst>
            <pc:docMk/>
            <pc:sldMk cId="403907734" sldId="307"/>
            <ac:cxnSpMk id="12" creationId="{3FEF9032-DA8C-609E-2645-5C7E9C8E11FF}"/>
          </ac:cxnSpMkLst>
        </pc:cxnChg>
        <pc:cxnChg chg="del">
          <ac:chgData name="CRISTIAN AUGUSTO ALONSO" userId="8bd297f2-7fb0-4884-a89f-a644fef730f4" providerId="ADAL" clId="{537E60F6-239C-4046-BE16-3BE89AD3694F}" dt="2023-10-17T17:37:20.542" v="4033" actId="478"/>
          <ac:cxnSpMkLst>
            <pc:docMk/>
            <pc:sldMk cId="403907734" sldId="307"/>
            <ac:cxnSpMk id="13" creationId="{E3F95909-2073-8828-0E54-858BD68090A5}"/>
          </ac:cxnSpMkLst>
        </pc:cxnChg>
        <pc:cxnChg chg="del">
          <ac:chgData name="CRISTIAN AUGUSTO ALONSO" userId="8bd297f2-7fb0-4884-a89f-a644fef730f4" providerId="ADAL" clId="{537E60F6-239C-4046-BE16-3BE89AD3694F}" dt="2023-10-17T17:37:20.542" v="4033" actId="478"/>
          <ac:cxnSpMkLst>
            <pc:docMk/>
            <pc:sldMk cId="403907734" sldId="307"/>
            <ac:cxnSpMk id="14" creationId="{39262428-D3DC-0700-ADEF-281255F70DA5}"/>
          </ac:cxnSpMkLst>
        </pc:cxnChg>
      </pc:sldChg>
    </pc:docChg>
  </pc:docChgLst>
  <pc:docChgLst>
    <pc:chgData name="MARIA JOSE SUAREZ CABAL" userId="f0d22e2a-11a3-4fe4-8a3d-8cfb9d017655" providerId="ADAL" clId="{1BDCBFFB-224A-472D-8167-FC2649557E46}"/>
    <pc:docChg chg="modSld">
      <pc:chgData name="MARIA JOSE SUAREZ CABAL" userId="f0d22e2a-11a3-4fe4-8a3d-8cfb9d017655" providerId="ADAL" clId="{1BDCBFFB-224A-472D-8167-FC2649557E46}" dt="2021-11-05T10:36:10.015" v="9" actId="20577"/>
      <pc:docMkLst>
        <pc:docMk/>
      </pc:docMkLst>
      <pc:sldChg chg="modNotesTx">
        <pc:chgData name="MARIA JOSE SUAREZ CABAL" userId="f0d22e2a-11a3-4fe4-8a3d-8cfb9d017655" providerId="ADAL" clId="{1BDCBFFB-224A-472D-8167-FC2649557E46}" dt="2021-11-05T10:36:10.015" v="9" actId="20577"/>
        <pc:sldMkLst>
          <pc:docMk/>
          <pc:sldMk cId="140088338" sldId="286"/>
        </pc:sldMkLst>
      </pc:sldChg>
      <pc:sldChg chg="modSp mod">
        <pc:chgData name="MARIA JOSE SUAREZ CABAL" userId="f0d22e2a-11a3-4fe4-8a3d-8cfb9d017655" providerId="ADAL" clId="{1BDCBFFB-224A-472D-8167-FC2649557E46}" dt="2021-11-05T10:17:46.469" v="0" actId="20577"/>
        <pc:sldMkLst>
          <pc:docMk/>
          <pc:sldMk cId="2627858785" sldId="291"/>
        </pc:sldMkLst>
        <pc:spChg chg="mod">
          <ac:chgData name="MARIA JOSE SUAREZ CABAL" userId="f0d22e2a-11a3-4fe4-8a3d-8cfb9d017655" providerId="ADAL" clId="{1BDCBFFB-224A-472D-8167-FC2649557E46}" dt="2021-11-05T10:17:46.469" v="0" actId="20577"/>
          <ac:spMkLst>
            <pc:docMk/>
            <pc:sldMk cId="2627858785" sldId="291"/>
            <ac:spMk id="9" creationId="{00000000-0000-0000-0000-000000000000}"/>
          </ac:spMkLst>
        </pc:spChg>
      </pc:sldChg>
      <pc:sldChg chg="modSp mod">
        <pc:chgData name="MARIA JOSE SUAREZ CABAL" userId="f0d22e2a-11a3-4fe4-8a3d-8cfb9d017655" providerId="ADAL" clId="{1BDCBFFB-224A-472D-8167-FC2649557E46}" dt="2021-11-05T10:31:01.062" v="3" actId="1035"/>
        <pc:sldMkLst>
          <pc:docMk/>
          <pc:sldMk cId="2714407227" sldId="299"/>
        </pc:sldMkLst>
        <pc:picChg chg="mod">
          <ac:chgData name="MARIA JOSE SUAREZ CABAL" userId="f0d22e2a-11a3-4fe4-8a3d-8cfb9d017655" providerId="ADAL" clId="{1BDCBFFB-224A-472D-8167-FC2649557E46}" dt="2021-11-05T10:31:01.062" v="3" actId="1035"/>
          <ac:picMkLst>
            <pc:docMk/>
            <pc:sldMk cId="2714407227" sldId="299"/>
            <ac:picMk id="7" creationId="{00000000-0000-0000-0000-000000000000}"/>
          </ac:picMkLst>
        </pc:picChg>
      </pc:sldChg>
    </pc:docChg>
  </pc:docChgLst>
  <pc:docChgLst>
    <pc:chgData name="CRISTIAN AUGUSTO ALONSO" userId="8bd297f2-7fb0-4884-a89f-a644fef730f4" providerId="ADAL" clId="{4EEB0945-52FD-4DBD-855B-E0A89C63F4AA}"/>
    <pc:docChg chg="addSld delSld modSld">
      <pc:chgData name="CRISTIAN AUGUSTO ALONSO" userId="8bd297f2-7fb0-4884-a89f-a644fef730f4" providerId="ADAL" clId="{4EEB0945-52FD-4DBD-855B-E0A89C63F4AA}" dt="2023-06-29T14:29:39.311" v="14" actId="47"/>
      <pc:docMkLst>
        <pc:docMk/>
      </pc:docMkLst>
      <pc:sldChg chg="addSp delSp modSp add del">
        <pc:chgData name="CRISTIAN AUGUSTO ALONSO" userId="8bd297f2-7fb0-4884-a89f-a644fef730f4" providerId="ADAL" clId="{4EEB0945-52FD-4DBD-855B-E0A89C63F4AA}" dt="2023-06-29T14:29:39.311" v="14" actId="47"/>
        <pc:sldMkLst>
          <pc:docMk/>
          <pc:sldMk cId="2847774900" sldId="329"/>
        </pc:sldMkLst>
        <pc:picChg chg="add mod">
          <ac:chgData name="CRISTIAN AUGUSTO ALONSO" userId="8bd297f2-7fb0-4884-a89f-a644fef730f4" providerId="ADAL" clId="{4EEB0945-52FD-4DBD-855B-E0A89C63F4AA}" dt="2023-06-29T14:29:06.037" v="7" actId="14100"/>
          <ac:picMkLst>
            <pc:docMk/>
            <pc:sldMk cId="2847774900" sldId="329"/>
            <ac:picMk id="1026" creationId="{68D1D2B3-2A29-ED68-28F4-23D041B445A0}"/>
          </ac:picMkLst>
        </pc:picChg>
        <pc:picChg chg="add mod">
          <ac:chgData name="CRISTIAN AUGUSTO ALONSO" userId="8bd297f2-7fb0-4884-a89f-a644fef730f4" providerId="ADAL" clId="{4EEB0945-52FD-4DBD-855B-E0A89C63F4AA}" dt="2023-06-29T14:29:16.869" v="13" actId="1076"/>
          <ac:picMkLst>
            <pc:docMk/>
            <pc:sldMk cId="2847774900" sldId="329"/>
            <ac:picMk id="1028" creationId="{E318138C-E6B0-531B-F8E8-B2D2E61D0C49}"/>
          </ac:picMkLst>
        </pc:picChg>
        <pc:picChg chg="del">
          <ac:chgData name="CRISTIAN AUGUSTO ALONSO" userId="8bd297f2-7fb0-4884-a89f-a644fef730f4" providerId="ADAL" clId="{4EEB0945-52FD-4DBD-855B-E0A89C63F4AA}" dt="2023-06-29T14:28:32.550" v="1" actId="478"/>
          <ac:picMkLst>
            <pc:docMk/>
            <pc:sldMk cId="2847774900" sldId="329"/>
            <ac:picMk id="4098" creationId="{00000000-0000-0000-0000-000000000000}"/>
          </ac:picMkLst>
        </pc:picChg>
      </pc:sldChg>
    </pc:docChg>
  </pc:docChgLst>
  <pc:docChgLst>
    <pc:chgData name="MARIA JOSE SUAREZ CABAL" userId="f0d22e2a-11a3-4fe4-8a3d-8cfb9d017655" providerId="ADAL" clId="{DD180B6A-1FD7-4AB3-8578-2322F92A3158}"/>
    <pc:docChg chg="custSel modSld modMainMaster">
      <pc:chgData name="MARIA JOSE SUAREZ CABAL" userId="f0d22e2a-11a3-4fe4-8a3d-8cfb9d017655" providerId="ADAL" clId="{DD180B6A-1FD7-4AB3-8578-2322F92A3158}" dt="2020-10-30T12:50:37.452" v="504"/>
      <pc:docMkLst>
        <pc:docMk/>
      </pc:docMkLst>
      <pc:sldChg chg="modSp mod">
        <pc:chgData name="MARIA JOSE SUAREZ CABAL" userId="f0d22e2a-11a3-4fe4-8a3d-8cfb9d017655" providerId="ADAL" clId="{DD180B6A-1FD7-4AB3-8578-2322F92A3158}" dt="2020-10-30T12:44:56.349" v="489" actId="404"/>
        <pc:sldMkLst>
          <pc:docMk/>
          <pc:sldMk cId="448684024" sldId="275"/>
        </pc:sldMkLst>
        <pc:spChg chg="mod">
          <ac:chgData name="MARIA JOSE SUAREZ CABAL" userId="f0d22e2a-11a3-4fe4-8a3d-8cfb9d017655" providerId="ADAL" clId="{DD180B6A-1FD7-4AB3-8578-2322F92A3158}" dt="2020-10-30T12:44:56.349" v="489" actId="404"/>
          <ac:spMkLst>
            <pc:docMk/>
            <pc:sldMk cId="448684024" sldId="275"/>
            <ac:spMk id="3" creationId="{00000000-0000-0000-0000-000000000000}"/>
          </ac:spMkLst>
        </pc:spChg>
      </pc:sldChg>
      <pc:sldChg chg="addSp delSp modSp mod modNotesTx">
        <pc:chgData name="MARIA JOSE SUAREZ CABAL" userId="f0d22e2a-11a3-4fe4-8a3d-8cfb9d017655" providerId="ADAL" clId="{DD180B6A-1FD7-4AB3-8578-2322F92A3158}" dt="2020-10-30T12:40:13.333" v="340" actId="1036"/>
        <pc:sldMkLst>
          <pc:docMk/>
          <pc:sldMk cId="1514961065" sldId="301"/>
        </pc:sldMkLst>
        <pc:spChg chg="mod">
          <ac:chgData name="MARIA JOSE SUAREZ CABAL" userId="f0d22e2a-11a3-4fe4-8a3d-8cfb9d017655" providerId="ADAL" clId="{DD180B6A-1FD7-4AB3-8578-2322F92A3158}" dt="2020-10-30T12:40:00.046" v="338" actId="6549"/>
          <ac:spMkLst>
            <pc:docMk/>
            <pc:sldMk cId="1514961065" sldId="301"/>
            <ac:spMk id="9" creationId="{00000000-0000-0000-0000-000000000000}"/>
          </ac:spMkLst>
        </pc:spChg>
        <pc:spChg chg="add mod">
          <ac:chgData name="MARIA JOSE SUAREZ CABAL" userId="f0d22e2a-11a3-4fe4-8a3d-8cfb9d017655" providerId="ADAL" clId="{DD180B6A-1FD7-4AB3-8578-2322F92A3158}" dt="2020-10-30T12:33:29.029" v="68" actId="1035"/>
          <ac:spMkLst>
            <pc:docMk/>
            <pc:sldMk cId="1514961065" sldId="301"/>
            <ac:spMk id="10" creationId="{3E1ED4AB-8F4F-416E-A78F-A35779EFA456}"/>
          </ac:spMkLst>
        </pc:spChg>
        <pc:picChg chg="del mod">
          <ac:chgData name="MARIA JOSE SUAREZ CABAL" userId="f0d22e2a-11a3-4fe4-8a3d-8cfb9d017655" providerId="ADAL" clId="{DD180B6A-1FD7-4AB3-8578-2322F92A3158}" dt="2020-10-30T12:29:48.184" v="16" actId="478"/>
          <ac:picMkLst>
            <pc:docMk/>
            <pc:sldMk cId="1514961065" sldId="301"/>
            <ac:picMk id="3" creationId="{00000000-0000-0000-0000-000000000000}"/>
          </ac:picMkLst>
        </pc:picChg>
        <pc:picChg chg="add mod">
          <ac:chgData name="MARIA JOSE SUAREZ CABAL" userId="f0d22e2a-11a3-4fe4-8a3d-8cfb9d017655" providerId="ADAL" clId="{DD180B6A-1FD7-4AB3-8578-2322F92A3158}" dt="2020-10-30T12:40:13.333" v="340" actId="1036"/>
          <ac:picMkLst>
            <pc:docMk/>
            <pc:sldMk cId="1514961065" sldId="301"/>
            <ac:picMk id="1026" creationId="{4F8B063B-D682-4273-9CAE-B1833CECAF8D}"/>
          </ac:picMkLst>
        </pc:picChg>
      </pc:sldChg>
      <pc:sldChg chg="modSp mod">
        <pc:chgData name="MARIA JOSE SUAREZ CABAL" userId="f0d22e2a-11a3-4fe4-8a3d-8cfb9d017655" providerId="ADAL" clId="{DD180B6A-1FD7-4AB3-8578-2322F92A3158}" dt="2020-10-30T12:48:03.040" v="495" actId="20577"/>
        <pc:sldMkLst>
          <pc:docMk/>
          <pc:sldMk cId="4287302540" sldId="303"/>
        </pc:sldMkLst>
        <pc:spChg chg="mod">
          <ac:chgData name="MARIA JOSE SUAREZ CABAL" userId="f0d22e2a-11a3-4fe4-8a3d-8cfb9d017655" providerId="ADAL" clId="{DD180B6A-1FD7-4AB3-8578-2322F92A3158}" dt="2020-10-30T12:48:03.040" v="495" actId="20577"/>
          <ac:spMkLst>
            <pc:docMk/>
            <pc:sldMk cId="4287302540" sldId="303"/>
            <ac:spMk id="5123" creationId="{00000000-0000-0000-0000-000000000000}"/>
          </ac:spMkLst>
        </pc:spChg>
      </pc:sldChg>
      <pc:sldMasterChg chg="modSldLayout">
        <pc:chgData name="MARIA JOSE SUAREZ CABAL" userId="f0d22e2a-11a3-4fe4-8a3d-8cfb9d017655" providerId="ADAL" clId="{DD180B6A-1FD7-4AB3-8578-2322F92A3158}" dt="2020-10-30T12:50:37.452" v="504"/>
        <pc:sldMasterMkLst>
          <pc:docMk/>
          <pc:sldMasterMk cId="0" sldId="2147483660"/>
        </pc:sldMasterMkLst>
        <pc:sldLayoutChg chg="modSp mod">
          <pc:chgData name="MARIA JOSE SUAREZ CABAL" userId="f0d22e2a-11a3-4fe4-8a3d-8cfb9d017655" providerId="ADAL" clId="{DD180B6A-1FD7-4AB3-8578-2322F92A3158}" dt="2020-10-30T12:49:43.034" v="502" actId="14100"/>
          <pc:sldLayoutMkLst>
            <pc:docMk/>
            <pc:sldMasterMk cId="0" sldId="2147483660"/>
            <pc:sldLayoutMk cId="0" sldId="2147483662"/>
          </pc:sldLayoutMkLst>
          <pc:spChg chg="mod">
            <ac:chgData name="MARIA JOSE SUAREZ CABAL" userId="f0d22e2a-11a3-4fe4-8a3d-8cfb9d017655" providerId="ADAL" clId="{DD180B6A-1FD7-4AB3-8578-2322F92A3158}" dt="2020-10-30T12:49:43.034" v="502" actId="14100"/>
            <ac:spMkLst>
              <pc:docMk/>
              <pc:sldMasterMk cId="0" sldId="2147483660"/>
              <pc:sldLayoutMk cId="0" sldId="2147483662"/>
              <ac:spMk id="4" creationId="{00000000-0000-0000-0000-000000000000}"/>
            </ac:spMkLst>
          </pc:spChg>
          <pc:spChg chg="mod">
            <ac:chgData name="MARIA JOSE SUAREZ CABAL" userId="f0d22e2a-11a3-4fe4-8a3d-8cfb9d017655" providerId="ADAL" clId="{DD180B6A-1FD7-4AB3-8578-2322F92A3158}" dt="2020-10-30T12:49:39.598" v="501" actId="14100"/>
            <ac:spMkLst>
              <pc:docMk/>
              <pc:sldMasterMk cId="0" sldId="2147483660"/>
              <pc:sldLayoutMk cId="0" sldId="2147483662"/>
              <ac:spMk id="6" creationId="{00000000-0000-0000-0000-000000000000}"/>
            </ac:spMkLst>
          </pc:spChg>
        </pc:sldLayoutChg>
        <pc:sldLayoutChg chg="addSp delSp modSp mod">
          <pc:chgData name="MARIA JOSE SUAREZ CABAL" userId="f0d22e2a-11a3-4fe4-8a3d-8cfb9d017655" providerId="ADAL" clId="{DD180B6A-1FD7-4AB3-8578-2322F92A3158}" dt="2020-10-30T12:50:37.452" v="504"/>
          <pc:sldLayoutMkLst>
            <pc:docMk/>
            <pc:sldMasterMk cId="0" sldId="2147483660"/>
            <pc:sldLayoutMk cId="0" sldId="2147483664"/>
          </pc:sldLayoutMkLst>
          <pc:spChg chg="del">
            <ac:chgData name="MARIA JOSE SUAREZ CABAL" userId="f0d22e2a-11a3-4fe4-8a3d-8cfb9d017655" providerId="ADAL" clId="{DD180B6A-1FD7-4AB3-8578-2322F92A3158}" dt="2020-10-30T12:50:36.667" v="503" actId="478"/>
            <ac:spMkLst>
              <pc:docMk/>
              <pc:sldMasterMk cId="0" sldId="2147483660"/>
              <pc:sldLayoutMk cId="0" sldId="2147483664"/>
              <ac:spMk id="5" creationId="{00000000-0000-0000-0000-000000000000}"/>
            </ac:spMkLst>
          </pc:spChg>
          <pc:spChg chg="del">
            <ac:chgData name="MARIA JOSE SUAREZ CABAL" userId="f0d22e2a-11a3-4fe4-8a3d-8cfb9d017655" providerId="ADAL" clId="{DD180B6A-1FD7-4AB3-8578-2322F92A3158}" dt="2020-10-30T12:50:36.667" v="503" actId="478"/>
            <ac:spMkLst>
              <pc:docMk/>
              <pc:sldMasterMk cId="0" sldId="2147483660"/>
              <pc:sldLayoutMk cId="0" sldId="2147483664"/>
              <ac:spMk id="6" creationId="{00000000-0000-0000-0000-000000000000}"/>
            </ac:spMkLst>
          </pc:spChg>
          <pc:spChg chg="del">
            <ac:chgData name="MARIA JOSE SUAREZ CABAL" userId="f0d22e2a-11a3-4fe4-8a3d-8cfb9d017655" providerId="ADAL" clId="{DD180B6A-1FD7-4AB3-8578-2322F92A3158}" dt="2020-10-30T12:50:36.667" v="503" actId="478"/>
            <ac:spMkLst>
              <pc:docMk/>
              <pc:sldMasterMk cId="0" sldId="2147483660"/>
              <pc:sldLayoutMk cId="0" sldId="2147483664"/>
              <ac:spMk id="7" creationId="{00000000-0000-0000-0000-000000000000}"/>
            </ac:spMkLst>
          </pc:spChg>
          <pc:spChg chg="add mod">
            <ac:chgData name="MARIA JOSE SUAREZ CABAL" userId="f0d22e2a-11a3-4fe4-8a3d-8cfb9d017655" providerId="ADAL" clId="{DD180B6A-1FD7-4AB3-8578-2322F92A3158}" dt="2020-10-30T12:50:37.452" v="504"/>
            <ac:spMkLst>
              <pc:docMk/>
              <pc:sldMasterMk cId="0" sldId="2147483660"/>
              <pc:sldLayoutMk cId="0" sldId="2147483664"/>
              <ac:spMk id="8" creationId="{327C2BAE-041D-4778-B151-62E08647AC45}"/>
            </ac:spMkLst>
          </pc:spChg>
          <pc:spChg chg="add mod">
            <ac:chgData name="MARIA JOSE SUAREZ CABAL" userId="f0d22e2a-11a3-4fe4-8a3d-8cfb9d017655" providerId="ADAL" clId="{DD180B6A-1FD7-4AB3-8578-2322F92A3158}" dt="2020-10-30T12:50:37.452" v="504"/>
            <ac:spMkLst>
              <pc:docMk/>
              <pc:sldMasterMk cId="0" sldId="2147483660"/>
              <pc:sldLayoutMk cId="0" sldId="2147483664"/>
              <ac:spMk id="9" creationId="{5BFCC949-5E21-410D-BB40-13BCA7C9E851}"/>
            </ac:spMkLst>
          </pc:spChg>
          <pc:spChg chg="add mod">
            <ac:chgData name="MARIA JOSE SUAREZ CABAL" userId="f0d22e2a-11a3-4fe4-8a3d-8cfb9d017655" providerId="ADAL" clId="{DD180B6A-1FD7-4AB3-8578-2322F92A3158}" dt="2020-10-30T12:50:37.452" v="504"/>
            <ac:spMkLst>
              <pc:docMk/>
              <pc:sldMasterMk cId="0" sldId="2147483660"/>
              <pc:sldLayoutMk cId="0" sldId="2147483664"/>
              <ac:spMk id="10" creationId="{4CB37584-BCE1-4FF6-AB0C-238BFA6B3AC7}"/>
            </ac:spMkLst>
          </pc:spChg>
        </pc:sldLayoutChg>
      </pc:sldMasterChg>
    </pc:docChg>
  </pc:docChgLst>
  <pc:docChgLst>
    <pc:chgData name="MARIA JOSE SUAREZ CABAL" userId="f0d22e2a-11a3-4fe4-8a3d-8cfb9d017655" providerId="ADAL" clId="{C0E83112-6131-4543-B28C-2E458F86F23F}"/>
    <pc:docChg chg="modSld">
      <pc:chgData name="MARIA JOSE SUAREZ CABAL" userId="f0d22e2a-11a3-4fe4-8a3d-8cfb9d017655" providerId="ADAL" clId="{C0E83112-6131-4543-B28C-2E458F86F23F}" dt="2018-11-21T13:58:24.474" v="86" actId="6549"/>
      <pc:docMkLst>
        <pc:docMk/>
      </pc:docMkLst>
      <pc:sldChg chg="modNotesTx">
        <pc:chgData name="MARIA JOSE SUAREZ CABAL" userId="f0d22e2a-11a3-4fe4-8a3d-8cfb9d017655" providerId="ADAL" clId="{C0E83112-6131-4543-B28C-2E458F86F23F}" dt="2018-11-21T13:52:47.077" v="40" actId="20577"/>
        <pc:sldMkLst>
          <pc:docMk/>
          <pc:sldMk cId="448684024" sldId="275"/>
        </pc:sldMkLst>
      </pc:sldChg>
      <pc:sldChg chg="modSp">
        <pc:chgData name="MARIA JOSE SUAREZ CABAL" userId="f0d22e2a-11a3-4fe4-8a3d-8cfb9d017655" providerId="ADAL" clId="{C0E83112-6131-4543-B28C-2E458F86F23F}" dt="2018-11-21T13:58:24.474" v="86" actId="6549"/>
        <pc:sldMkLst>
          <pc:docMk/>
          <pc:sldMk cId="2233837868" sldId="284"/>
        </pc:sldMkLst>
        <pc:spChg chg="mod">
          <ac:chgData name="MARIA JOSE SUAREZ CABAL" userId="f0d22e2a-11a3-4fe4-8a3d-8cfb9d017655" providerId="ADAL" clId="{C0E83112-6131-4543-B28C-2E458F86F23F}" dt="2018-11-21T13:58:24.474" v="86" actId="6549"/>
          <ac:spMkLst>
            <pc:docMk/>
            <pc:sldMk cId="2233837868" sldId="284"/>
            <ac:spMk id="3" creationId="{00000000-0000-0000-0000-000000000000}"/>
          </ac:spMkLst>
        </pc:spChg>
      </pc:sldChg>
      <pc:sldChg chg="modSp">
        <pc:chgData name="MARIA JOSE SUAREZ CABAL" userId="f0d22e2a-11a3-4fe4-8a3d-8cfb9d017655" providerId="ADAL" clId="{C0E83112-6131-4543-B28C-2E458F86F23F}" dt="2018-10-31T13:17:22.285" v="26" actId="20577"/>
        <pc:sldMkLst>
          <pc:docMk/>
          <pc:sldMk cId="245792914" sldId="289"/>
        </pc:sldMkLst>
        <pc:spChg chg="mod">
          <ac:chgData name="MARIA JOSE SUAREZ CABAL" userId="f0d22e2a-11a3-4fe4-8a3d-8cfb9d017655" providerId="ADAL" clId="{C0E83112-6131-4543-B28C-2E458F86F23F}" dt="2018-10-31T13:17:22.285" v="26" actId="20577"/>
          <ac:spMkLst>
            <pc:docMk/>
            <pc:sldMk cId="245792914" sldId="289"/>
            <ac:spMk id="3" creationId="{00000000-0000-0000-0000-000000000000}"/>
          </ac:spMkLst>
        </pc:spChg>
      </pc:sldChg>
      <pc:sldChg chg="modNotesTx">
        <pc:chgData name="MARIA JOSE SUAREZ CABAL" userId="f0d22e2a-11a3-4fe4-8a3d-8cfb9d017655" providerId="ADAL" clId="{C0E83112-6131-4543-B28C-2E458F86F23F}" dt="2018-11-21T13:50:46.428" v="32" actId="6549"/>
        <pc:sldMkLst>
          <pc:docMk/>
          <pc:sldMk cId="4280176966" sldId="292"/>
        </pc:sldMkLst>
      </pc:sldChg>
      <pc:sldChg chg="modSp">
        <pc:chgData name="MARIA JOSE SUAREZ CABAL" userId="f0d22e2a-11a3-4fe4-8a3d-8cfb9d017655" providerId="ADAL" clId="{C0E83112-6131-4543-B28C-2E458F86F23F}" dt="2018-11-21T13:56:42.939" v="53" actId="20577"/>
        <pc:sldMkLst>
          <pc:docMk/>
          <pc:sldMk cId="226244151" sldId="294"/>
        </pc:sldMkLst>
        <pc:spChg chg="mod">
          <ac:chgData name="MARIA JOSE SUAREZ CABAL" userId="f0d22e2a-11a3-4fe4-8a3d-8cfb9d017655" providerId="ADAL" clId="{C0E83112-6131-4543-B28C-2E458F86F23F}" dt="2018-11-21T13:56:42.939" v="53" actId="20577"/>
          <ac:spMkLst>
            <pc:docMk/>
            <pc:sldMk cId="226244151" sldId="294"/>
            <ac:spMk id="3" creationId="{00000000-0000-0000-0000-000000000000}"/>
          </ac:spMkLst>
        </pc:spChg>
      </pc:sldChg>
      <pc:sldChg chg="modSp">
        <pc:chgData name="MARIA JOSE SUAREZ CABAL" userId="f0d22e2a-11a3-4fe4-8a3d-8cfb9d017655" providerId="ADAL" clId="{C0E83112-6131-4543-B28C-2E458F86F23F}" dt="2018-10-31T13:17:49.877" v="30" actId="20577"/>
        <pc:sldMkLst>
          <pc:docMk/>
          <pc:sldMk cId="4287302540" sldId="303"/>
        </pc:sldMkLst>
        <pc:spChg chg="mod">
          <ac:chgData name="MARIA JOSE SUAREZ CABAL" userId="f0d22e2a-11a3-4fe4-8a3d-8cfb9d017655" providerId="ADAL" clId="{C0E83112-6131-4543-B28C-2E458F86F23F}" dt="2018-10-31T13:17:49.877" v="30" actId="20577"/>
          <ac:spMkLst>
            <pc:docMk/>
            <pc:sldMk cId="4287302540" sldId="303"/>
            <ac:spMk id="5123" creationId="{00000000-0000-0000-0000-000000000000}"/>
          </ac:spMkLst>
        </pc:spChg>
      </pc:sldChg>
    </pc:docChg>
  </pc:docChgLst>
  <pc:docChgLst>
    <pc:chgData name="MARIA JOSE SUAREZ CABAL" userId="f0d22e2a-11a3-4fe4-8a3d-8cfb9d017655" providerId="ADAL" clId="{D1D579AB-803D-4F97-81D3-6AED873250B0}"/>
    <pc:docChg chg="undo custSel modSld">
      <pc:chgData name="MARIA JOSE SUAREZ CABAL" userId="f0d22e2a-11a3-4fe4-8a3d-8cfb9d017655" providerId="ADAL" clId="{D1D579AB-803D-4F97-81D3-6AED873250B0}" dt="2019-11-12T13:31:32.060" v="2378" actId="20577"/>
      <pc:docMkLst>
        <pc:docMk/>
      </pc:docMkLst>
      <pc:sldChg chg="modSp">
        <pc:chgData name="MARIA JOSE SUAREZ CABAL" userId="f0d22e2a-11a3-4fe4-8a3d-8cfb9d017655" providerId="ADAL" clId="{D1D579AB-803D-4F97-81D3-6AED873250B0}" dt="2019-11-12T13:27:04.666" v="2203" actId="20577"/>
        <pc:sldMkLst>
          <pc:docMk/>
          <pc:sldMk cId="2977078626" sldId="272"/>
        </pc:sldMkLst>
        <pc:spChg chg="mod">
          <ac:chgData name="MARIA JOSE SUAREZ CABAL" userId="f0d22e2a-11a3-4fe4-8a3d-8cfb9d017655" providerId="ADAL" clId="{D1D579AB-803D-4F97-81D3-6AED873250B0}" dt="2019-11-12T13:27:04.666" v="2203" actId="20577"/>
          <ac:spMkLst>
            <pc:docMk/>
            <pc:sldMk cId="2977078626" sldId="272"/>
            <ac:spMk id="9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28:24.064" v="2265" actId="20577"/>
        <pc:sldMkLst>
          <pc:docMk/>
          <pc:sldMk cId="1564511597" sldId="273"/>
        </pc:sldMkLst>
        <pc:spChg chg="mod">
          <ac:chgData name="MARIA JOSE SUAREZ CABAL" userId="f0d22e2a-11a3-4fe4-8a3d-8cfb9d017655" providerId="ADAL" clId="{D1D579AB-803D-4F97-81D3-6AED873250B0}" dt="2019-11-12T13:28:24.064" v="2265" actId="20577"/>
          <ac:spMkLst>
            <pc:docMk/>
            <pc:sldMk cId="1564511597" sldId="273"/>
            <ac:spMk id="3" creationId="{00000000-0000-0000-0000-000000000000}"/>
          </ac:spMkLst>
        </pc:spChg>
      </pc:sldChg>
      <pc:sldChg chg="modNotesTx">
        <pc:chgData name="MARIA JOSE SUAREZ CABAL" userId="f0d22e2a-11a3-4fe4-8a3d-8cfb9d017655" providerId="ADAL" clId="{D1D579AB-803D-4F97-81D3-6AED873250B0}" dt="2019-10-31T11:03:53.912" v="353" actId="20577"/>
        <pc:sldMkLst>
          <pc:docMk/>
          <pc:sldMk cId="3245474733" sldId="274"/>
        </pc:sldMkLst>
      </pc:sldChg>
      <pc:sldChg chg="modSp">
        <pc:chgData name="MARIA JOSE SUAREZ CABAL" userId="f0d22e2a-11a3-4fe4-8a3d-8cfb9d017655" providerId="ADAL" clId="{D1D579AB-803D-4F97-81D3-6AED873250B0}" dt="2019-11-12T13:28:35.521" v="2279" actId="20577"/>
        <pc:sldMkLst>
          <pc:docMk/>
          <pc:sldMk cId="448684024" sldId="275"/>
        </pc:sldMkLst>
        <pc:spChg chg="mod">
          <ac:chgData name="MARIA JOSE SUAREZ CABAL" userId="f0d22e2a-11a3-4fe4-8a3d-8cfb9d017655" providerId="ADAL" clId="{D1D579AB-803D-4F97-81D3-6AED873250B0}" dt="2019-11-12T13:28:35.521" v="2279" actId="20577"/>
          <ac:spMkLst>
            <pc:docMk/>
            <pc:sldMk cId="448684024" sldId="275"/>
            <ac:spMk id="3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29:29.396" v="2307" actId="20577"/>
        <pc:sldMkLst>
          <pc:docMk/>
          <pc:sldMk cId="1256562512" sldId="276"/>
        </pc:sldMkLst>
        <pc:spChg chg="mod">
          <ac:chgData name="MARIA JOSE SUAREZ CABAL" userId="f0d22e2a-11a3-4fe4-8a3d-8cfb9d017655" providerId="ADAL" clId="{D1D579AB-803D-4F97-81D3-6AED873250B0}" dt="2019-11-12T13:29:29.396" v="2307" actId="20577"/>
          <ac:spMkLst>
            <pc:docMk/>
            <pc:sldMk cId="1256562512" sldId="276"/>
            <ac:spMk id="3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29:53.464" v="2321" actId="20577"/>
        <pc:sldMkLst>
          <pc:docMk/>
          <pc:sldMk cId="1877843167" sldId="277"/>
        </pc:sldMkLst>
        <pc:spChg chg="mod">
          <ac:chgData name="MARIA JOSE SUAREZ CABAL" userId="f0d22e2a-11a3-4fe4-8a3d-8cfb9d017655" providerId="ADAL" clId="{D1D579AB-803D-4F97-81D3-6AED873250B0}" dt="2019-11-12T13:29:53.464" v="2321" actId="20577"/>
          <ac:spMkLst>
            <pc:docMk/>
            <pc:sldMk cId="1877843167" sldId="277"/>
            <ac:spMk id="3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30:17.318" v="2349" actId="20577"/>
        <pc:sldMkLst>
          <pc:docMk/>
          <pc:sldMk cId="579423889" sldId="278"/>
        </pc:sldMkLst>
        <pc:spChg chg="mod">
          <ac:chgData name="MARIA JOSE SUAREZ CABAL" userId="f0d22e2a-11a3-4fe4-8a3d-8cfb9d017655" providerId="ADAL" clId="{D1D579AB-803D-4F97-81D3-6AED873250B0}" dt="2019-11-12T13:30:17.318" v="2349" actId="20577"/>
          <ac:spMkLst>
            <pc:docMk/>
            <pc:sldMk cId="579423889" sldId="278"/>
            <ac:spMk id="3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30:32.129" v="2364" actId="14100"/>
        <pc:sldMkLst>
          <pc:docMk/>
          <pc:sldMk cId="1010407031" sldId="279"/>
        </pc:sldMkLst>
        <pc:spChg chg="mod">
          <ac:chgData name="MARIA JOSE SUAREZ CABAL" userId="f0d22e2a-11a3-4fe4-8a3d-8cfb9d017655" providerId="ADAL" clId="{D1D579AB-803D-4F97-81D3-6AED873250B0}" dt="2019-11-12T13:30:32.129" v="2364" actId="14100"/>
          <ac:spMkLst>
            <pc:docMk/>
            <pc:sldMk cId="1010407031" sldId="279"/>
            <ac:spMk id="3" creationId="{00000000-0000-0000-0000-000000000000}"/>
          </ac:spMkLst>
        </pc:spChg>
      </pc:sldChg>
      <pc:sldChg chg="modNotesTx">
        <pc:chgData name="MARIA JOSE SUAREZ CABAL" userId="f0d22e2a-11a3-4fe4-8a3d-8cfb9d017655" providerId="ADAL" clId="{D1D579AB-803D-4F97-81D3-6AED873250B0}" dt="2019-10-31T09:55:08.816" v="347" actId="20577"/>
        <pc:sldMkLst>
          <pc:docMk/>
          <pc:sldMk cId="2804615857" sldId="281"/>
        </pc:sldMkLst>
      </pc:sldChg>
      <pc:sldChg chg="modSp modNotesTx">
        <pc:chgData name="MARIA JOSE SUAREZ CABAL" userId="f0d22e2a-11a3-4fe4-8a3d-8cfb9d017655" providerId="ADAL" clId="{D1D579AB-803D-4F97-81D3-6AED873250B0}" dt="2019-11-06T17:28:34.737" v="2020" actId="20577"/>
        <pc:sldMkLst>
          <pc:docMk/>
          <pc:sldMk cId="3272566259" sldId="282"/>
        </pc:sldMkLst>
        <pc:spChg chg="mod">
          <ac:chgData name="MARIA JOSE SUAREZ CABAL" userId="f0d22e2a-11a3-4fe4-8a3d-8cfb9d017655" providerId="ADAL" clId="{D1D579AB-803D-4F97-81D3-6AED873250B0}" dt="2019-11-06T17:28:34.737" v="2020" actId="20577"/>
          <ac:spMkLst>
            <pc:docMk/>
            <pc:sldMk cId="3272566259" sldId="282"/>
            <ac:spMk id="3" creationId="{00000000-0000-0000-0000-000000000000}"/>
          </ac:spMkLst>
        </pc:spChg>
      </pc:sldChg>
      <pc:sldChg chg="modSp modNotes modNotesTx">
        <pc:chgData name="MARIA JOSE SUAREZ CABAL" userId="f0d22e2a-11a3-4fe4-8a3d-8cfb9d017655" providerId="ADAL" clId="{D1D579AB-803D-4F97-81D3-6AED873250B0}" dt="2019-11-12T13:26:02.838" v="2159" actId="20577"/>
        <pc:sldMkLst>
          <pc:docMk/>
          <pc:sldMk cId="4152698955" sldId="283"/>
        </pc:sldMkLst>
        <pc:spChg chg="mod">
          <ac:chgData name="MARIA JOSE SUAREZ CABAL" userId="f0d22e2a-11a3-4fe4-8a3d-8cfb9d017655" providerId="ADAL" clId="{D1D579AB-803D-4F97-81D3-6AED873250B0}" dt="2019-11-12T13:26:02.838" v="2159" actId="20577"/>
          <ac:spMkLst>
            <pc:docMk/>
            <pc:sldMk cId="4152698955" sldId="283"/>
            <ac:spMk id="3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26:36.801" v="2189" actId="20577"/>
        <pc:sldMkLst>
          <pc:docMk/>
          <pc:sldMk cId="3278390352" sldId="285"/>
        </pc:sldMkLst>
        <pc:spChg chg="mod">
          <ac:chgData name="MARIA JOSE SUAREZ CABAL" userId="f0d22e2a-11a3-4fe4-8a3d-8cfb9d017655" providerId="ADAL" clId="{D1D579AB-803D-4F97-81D3-6AED873250B0}" dt="2019-11-12T13:26:36.801" v="2189" actId="20577"/>
          <ac:spMkLst>
            <pc:docMk/>
            <pc:sldMk cId="3278390352" sldId="285"/>
            <ac:spMk id="3" creationId="{00000000-0000-0000-0000-000000000000}"/>
          </ac:spMkLst>
        </pc:spChg>
      </pc:sldChg>
      <pc:sldChg chg="modNotesTx">
        <pc:chgData name="MARIA JOSE SUAREZ CABAL" userId="f0d22e2a-11a3-4fe4-8a3d-8cfb9d017655" providerId="ADAL" clId="{D1D579AB-803D-4F97-81D3-6AED873250B0}" dt="2019-11-04T09:27:17.105" v="1244" actId="20577"/>
        <pc:sldMkLst>
          <pc:docMk/>
          <pc:sldMk cId="140088338" sldId="286"/>
        </pc:sldMkLst>
      </pc:sldChg>
      <pc:sldChg chg="modSp">
        <pc:chgData name="MARIA JOSE SUAREZ CABAL" userId="f0d22e2a-11a3-4fe4-8a3d-8cfb9d017655" providerId="ADAL" clId="{D1D579AB-803D-4F97-81D3-6AED873250B0}" dt="2019-11-12T13:31:32.060" v="2378" actId="20577"/>
        <pc:sldMkLst>
          <pc:docMk/>
          <pc:sldMk cId="243452761" sldId="290"/>
        </pc:sldMkLst>
        <pc:spChg chg="mod">
          <ac:chgData name="MARIA JOSE SUAREZ CABAL" userId="f0d22e2a-11a3-4fe4-8a3d-8cfb9d017655" providerId="ADAL" clId="{D1D579AB-803D-4F97-81D3-6AED873250B0}" dt="2019-11-12T13:31:32.060" v="2378" actId="20577"/>
          <ac:spMkLst>
            <pc:docMk/>
            <pc:sldMk cId="243452761" sldId="290"/>
            <ac:spMk id="9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27:50.694" v="2251" actId="20577"/>
        <pc:sldMkLst>
          <pc:docMk/>
          <pc:sldMk cId="2627858785" sldId="291"/>
        </pc:sldMkLst>
        <pc:spChg chg="mod">
          <ac:chgData name="MARIA JOSE SUAREZ CABAL" userId="f0d22e2a-11a3-4fe4-8a3d-8cfb9d017655" providerId="ADAL" clId="{D1D579AB-803D-4F97-81D3-6AED873250B0}" dt="2019-10-23T17:23:16.825" v="153" actId="20577"/>
          <ac:spMkLst>
            <pc:docMk/>
            <pc:sldMk cId="2627858785" sldId="291"/>
            <ac:spMk id="8" creationId="{00000000-0000-0000-0000-000000000000}"/>
          </ac:spMkLst>
        </pc:spChg>
        <pc:spChg chg="mod">
          <ac:chgData name="MARIA JOSE SUAREZ CABAL" userId="f0d22e2a-11a3-4fe4-8a3d-8cfb9d017655" providerId="ADAL" clId="{D1D579AB-803D-4F97-81D3-6AED873250B0}" dt="2019-11-12T13:27:50.694" v="2251" actId="20577"/>
          <ac:spMkLst>
            <pc:docMk/>
            <pc:sldMk cId="2627858785" sldId="291"/>
            <ac:spMk id="9" creationId="{00000000-0000-0000-0000-000000000000}"/>
          </ac:spMkLst>
        </pc:spChg>
      </pc:sldChg>
      <pc:sldChg chg="modSp modNotesTx">
        <pc:chgData name="MARIA JOSE SUAREZ CABAL" userId="f0d22e2a-11a3-4fe4-8a3d-8cfb9d017655" providerId="ADAL" clId="{D1D579AB-803D-4F97-81D3-6AED873250B0}" dt="2019-11-07T10:06:08.071" v="2138" actId="6549"/>
        <pc:sldMkLst>
          <pc:docMk/>
          <pc:sldMk cId="4280176966" sldId="292"/>
        </pc:sldMkLst>
        <pc:spChg chg="mod">
          <ac:chgData name="MARIA JOSE SUAREZ CABAL" userId="f0d22e2a-11a3-4fe4-8a3d-8cfb9d017655" providerId="ADAL" clId="{D1D579AB-803D-4F97-81D3-6AED873250B0}" dt="2019-11-07T10:06:08.071" v="2138" actId="6549"/>
          <ac:spMkLst>
            <pc:docMk/>
            <pc:sldMk cId="4280176966" sldId="292"/>
            <ac:spMk id="8" creationId="{00000000-0000-0000-0000-000000000000}"/>
          </ac:spMkLst>
        </pc:spChg>
        <pc:spChg chg="mod">
          <ac:chgData name="MARIA JOSE SUAREZ CABAL" userId="f0d22e2a-11a3-4fe4-8a3d-8cfb9d017655" providerId="ADAL" clId="{D1D579AB-803D-4F97-81D3-6AED873250B0}" dt="2019-10-30T18:07:05.655" v="341" actId="20577"/>
          <ac:spMkLst>
            <pc:docMk/>
            <pc:sldMk cId="4280176966" sldId="292"/>
            <ac:spMk id="9" creationId="{00000000-0000-0000-0000-000000000000}"/>
          </ac:spMkLst>
        </pc:spChg>
      </pc:sldChg>
      <pc:sldChg chg="modSp">
        <pc:chgData name="MARIA JOSE SUAREZ CABAL" userId="f0d22e2a-11a3-4fe4-8a3d-8cfb9d017655" providerId="ADAL" clId="{D1D579AB-803D-4F97-81D3-6AED873250B0}" dt="2019-11-12T13:30:01.392" v="2335" actId="20577"/>
        <pc:sldMkLst>
          <pc:docMk/>
          <pc:sldMk cId="226244151" sldId="294"/>
        </pc:sldMkLst>
        <pc:spChg chg="mod">
          <ac:chgData name="MARIA JOSE SUAREZ CABAL" userId="f0d22e2a-11a3-4fe4-8a3d-8cfb9d017655" providerId="ADAL" clId="{D1D579AB-803D-4F97-81D3-6AED873250B0}" dt="2019-11-12T13:30:01.392" v="2335" actId="20577"/>
          <ac:spMkLst>
            <pc:docMk/>
            <pc:sldMk cId="226244151" sldId="294"/>
            <ac:spMk id="3" creationId="{00000000-0000-0000-0000-000000000000}"/>
          </ac:spMkLst>
        </pc:spChg>
      </pc:sldChg>
      <pc:sldChg chg="modNotesTx">
        <pc:chgData name="MARIA JOSE SUAREZ CABAL" userId="f0d22e2a-11a3-4fe4-8a3d-8cfb9d017655" providerId="ADAL" clId="{D1D579AB-803D-4F97-81D3-6AED873250B0}" dt="2019-11-04T09:09:19.515" v="388" actId="20577"/>
        <pc:sldMkLst>
          <pc:docMk/>
          <pc:sldMk cId="3792396030" sldId="296"/>
        </pc:sldMkLst>
      </pc:sldChg>
      <pc:sldChg chg="modNotes modNotesTx">
        <pc:chgData name="MARIA JOSE SUAREZ CABAL" userId="f0d22e2a-11a3-4fe4-8a3d-8cfb9d017655" providerId="ADAL" clId="{D1D579AB-803D-4F97-81D3-6AED873250B0}" dt="2019-11-06T17:21:46.161" v="1748" actId="27636"/>
        <pc:sldMkLst>
          <pc:docMk/>
          <pc:sldMk cId="1360866109" sldId="297"/>
        </pc:sldMkLst>
      </pc:sldChg>
      <pc:sldChg chg="modNotes modNotesTx">
        <pc:chgData name="MARIA JOSE SUAREZ CABAL" userId="f0d22e2a-11a3-4fe4-8a3d-8cfb9d017655" providerId="ADAL" clId="{D1D579AB-803D-4F97-81D3-6AED873250B0}" dt="2019-11-06T17:42:10.979" v="2101" actId="27636"/>
        <pc:sldMkLst>
          <pc:docMk/>
          <pc:sldMk cId="788137819" sldId="298"/>
        </pc:sldMkLst>
      </pc:sldChg>
      <pc:sldChg chg="modNotes modNotesTx">
        <pc:chgData name="MARIA JOSE SUAREZ CABAL" userId="f0d22e2a-11a3-4fe4-8a3d-8cfb9d017655" providerId="ADAL" clId="{D1D579AB-803D-4F97-81D3-6AED873250B0}" dt="2019-11-06T17:21:46.246" v="1749" actId="27636"/>
        <pc:sldMkLst>
          <pc:docMk/>
          <pc:sldMk cId="2714407227" sldId="299"/>
        </pc:sldMkLst>
      </pc:sldChg>
      <pc:sldChg chg="modSp">
        <pc:chgData name="MARIA JOSE SUAREZ CABAL" userId="f0d22e2a-11a3-4fe4-8a3d-8cfb9d017655" providerId="ADAL" clId="{D1D579AB-803D-4F97-81D3-6AED873250B0}" dt="2019-11-12T13:26:21.865" v="2173" actId="20577"/>
        <pc:sldMkLst>
          <pc:docMk/>
          <pc:sldMk cId="933844506" sldId="300"/>
        </pc:sldMkLst>
        <pc:spChg chg="mod">
          <ac:chgData name="MARIA JOSE SUAREZ CABAL" userId="f0d22e2a-11a3-4fe4-8a3d-8cfb9d017655" providerId="ADAL" clId="{D1D579AB-803D-4F97-81D3-6AED873250B0}" dt="2019-11-12T13:26:21.865" v="2173" actId="20577"/>
          <ac:spMkLst>
            <pc:docMk/>
            <pc:sldMk cId="933844506" sldId="300"/>
            <ac:spMk id="3" creationId="{00000000-0000-0000-0000-000000000000}"/>
          </ac:spMkLst>
        </pc:spChg>
      </pc:sldChg>
      <pc:sldChg chg="modNotesTx">
        <pc:chgData name="MARIA JOSE SUAREZ CABAL" userId="f0d22e2a-11a3-4fe4-8a3d-8cfb9d017655" providerId="ADAL" clId="{D1D579AB-803D-4F97-81D3-6AED873250B0}" dt="2019-10-23T17:10:42.605" v="10" actId="20577"/>
        <pc:sldMkLst>
          <pc:docMk/>
          <pc:sldMk cId="1514961065" sldId="301"/>
        </pc:sldMkLst>
      </pc:sldChg>
      <pc:sldChg chg="modNotes modNotesTx">
        <pc:chgData name="MARIA JOSE SUAREZ CABAL" userId="f0d22e2a-11a3-4fe4-8a3d-8cfb9d017655" providerId="ADAL" clId="{D1D579AB-803D-4F97-81D3-6AED873250B0}" dt="2019-11-06T17:21:46.458" v="1750" actId="27636"/>
        <pc:sldMkLst>
          <pc:docMk/>
          <pc:sldMk cId="3102709148" sldId="302"/>
        </pc:sldMkLst>
      </pc:sldChg>
      <pc:sldChg chg="modSp">
        <pc:chgData name="MARIA JOSE SUAREZ CABAL" userId="f0d22e2a-11a3-4fe4-8a3d-8cfb9d017655" providerId="ADAL" clId="{D1D579AB-803D-4F97-81D3-6AED873250B0}" dt="2019-10-23T16:47:35.133" v="8" actId="20577"/>
        <pc:sldMkLst>
          <pc:docMk/>
          <pc:sldMk cId="4287302540" sldId="303"/>
        </pc:sldMkLst>
        <pc:spChg chg="mod">
          <ac:chgData name="MARIA JOSE SUAREZ CABAL" userId="f0d22e2a-11a3-4fe4-8a3d-8cfb9d017655" providerId="ADAL" clId="{D1D579AB-803D-4F97-81D3-6AED873250B0}" dt="2019-10-23T16:47:35.133" v="8" actId="20577"/>
          <ac:spMkLst>
            <pc:docMk/>
            <pc:sldMk cId="4287302540" sldId="303"/>
            <ac:spMk id="5123" creationId="{00000000-0000-0000-0000-000000000000}"/>
          </ac:spMkLst>
        </pc:spChg>
      </pc:sldChg>
    </pc:docChg>
  </pc:docChgLst>
  <pc:docChgLst>
    <pc:chgData name="CRISTIAN AUGUSTO ALONSO" userId="8bd297f2-7fb0-4884-a89f-a644fef730f4" providerId="ADAL" clId="{57E7E9CA-01DE-4AF1-A5FF-3DA33D0B3F6D}"/>
    <pc:docChg chg="undo custSel addSld delSld modSld addMainMaster delMainMaster modMainMaster">
      <pc:chgData name="CRISTIAN AUGUSTO ALONSO" userId="8bd297f2-7fb0-4884-a89f-a644fef730f4" providerId="ADAL" clId="{57E7E9CA-01DE-4AF1-A5FF-3DA33D0B3F6D}" dt="2023-10-15T22:04:05.029" v="1343" actId="20577"/>
      <pc:docMkLst>
        <pc:docMk/>
      </pc:docMkLst>
      <pc:sldChg chg="addSp delSp modSp mod">
        <pc:chgData name="CRISTIAN AUGUSTO ALONSO" userId="8bd297f2-7fb0-4884-a89f-a644fef730f4" providerId="ADAL" clId="{57E7E9CA-01DE-4AF1-A5FF-3DA33D0B3F6D}" dt="2023-10-15T19:34:02.412" v="1299" actId="5793"/>
        <pc:sldMkLst>
          <pc:docMk/>
          <pc:sldMk cId="0" sldId="261"/>
        </pc:sldMkLst>
        <pc:spChg chg="del">
          <ac:chgData name="CRISTIAN AUGUSTO ALONSO" userId="8bd297f2-7fb0-4884-a89f-a644fef730f4" providerId="ADAL" clId="{57E7E9CA-01DE-4AF1-A5FF-3DA33D0B3F6D}" dt="2023-10-15T19:33:11.764" v="1277" actId="478"/>
          <ac:spMkLst>
            <pc:docMk/>
            <pc:sldMk cId="0" sldId="261"/>
            <ac:spMk id="3" creationId="{95210BD2-1DDF-4C55-A20B-CDC31BDEDF29}"/>
          </ac:spMkLst>
        </pc:spChg>
        <pc:spChg chg="add del mod">
          <ac:chgData name="CRISTIAN AUGUSTO ALONSO" userId="8bd297f2-7fb0-4884-a89f-a644fef730f4" providerId="ADAL" clId="{57E7E9CA-01DE-4AF1-A5FF-3DA33D0B3F6D}" dt="2023-10-15T19:33:59.434" v="1297" actId="478"/>
          <ac:spMkLst>
            <pc:docMk/>
            <pc:sldMk cId="0" sldId="261"/>
            <ac:spMk id="4" creationId="{3205D5CF-BEC9-A98D-17E4-6F9A6155AD82}"/>
          </ac:spMkLst>
        </pc:spChg>
        <pc:spChg chg="add del mod">
          <ac:chgData name="CRISTIAN AUGUSTO ALONSO" userId="8bd297f2-7fb0-4884-a89f-a644fef730f4" providerId="ADAL" clId="{57E7E9CA-01DE-4AF1-A5FF-3DA33D0B3F6D}" dt="2023-10-15T19:33:59.434" v="1297" actId="478"/>
          <ac:spMkLst>
            <pc:docMk/>
            <pc:sldMk cId="0" sldId="261"/>
            <ac:spMk id="5" creationId="{FC91B5F8-1638-7E68-012A-69CE83A72210}"/>
          </ac:spMkLst>
        </pc:spChg>
        <pc:spChg chg="del">
          <ac:chgData name="CRISTIAN AUGUSTO ALONSO" userId="8bd297f2-7fb0-4884-a89f-a644fef730f4" providerId="ADAL" clId="{57E7E9CA-01DE-4AF1-A5FF-3DA33D0B3F6D}" dt="2023-10-15T19:33:11.764" v="1277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3:11.764" v="1277" actId="478"/>
          <ac:spMkLst>
            <pc:docMk/>
            <pc:sldMk cId="0" sldId="261"/>
            <ac:spMk id="8" creationId="{82B7B285-1855-4ACC-A76D-9BBE7036D114}"/>
          </ac:spMkLst>
        </pc:spChg>
        <pc:spChg chg="add del mod">
          <ac:chgData name="CRISTIAN AUGUSTO ALONSO" userId="8bd297f2-7fb0-4884-a89f-a644fef730f4" providerId="ADAL" clId="{57E7E9CA-01DE-4AF1-A5FF-3DA33D0B3F6D}" dt="2023-10-15T19:33:59.434" v="1297" actId="478"/>
          <ac:spMkLst>
            <pc:docMk/>
            <pc:sldMk cId="0" sldId="261"/>
            <ac:spMk id="10" creationId="{D940F4EE-ED08-997C-EFBF-80D28082381E}"/>
          </ac:spMkLst>
        </pc:spChg>
        <pc:spChg chg="add mod">
          <ac:chgData name="CRISTIAN AUGUSTO ALONSO" userId="8bd297f2-7fb0-4884-a89f-a644fef730f4" providerId="ADAL" clId="{57E7E9CA-01DE-4AF1-A5FF-3DA33D0B3F6D}" dt="2023-10-15T19:33:59.753" v="1298"/>
          <ac:spMkLst>
            <pc:docMk/>
            <pc:sldMk cId="0" sldId="261"/>
            <ac:spMk id="11" creationId="{5FBEC6A3-17E2-589E-C53D-CB68C087C722}"/>
          </ac:spMkLst>
        </pc:spChg>
        <pc:spChg chg="add mod">
          <ac:chgData name="CRISTIAN AUGUSTO ALONSO" userId="8bd297f2-7fb0-4884-a89f-a644fef730f4" providerId="ADAL" clId="{57E7E9CA-01DE-4AF1-A5FF-3DA33D0B3F6D}" dt="2023-10-15T19:33:59.753" v="1298"/>
          <ac:spMkLst>
            <pc:docMk/>
            <pc:sldMk cId="0" sldId="261"/>
            <ac:spMk id="12" creationId="{297420A0-6BA8-1604-7F27-ADFBB690C80F}"/>
          </ac:spMkLst>
        </pc:spChg>
        <pc:spChg chg="add mod">
          <ac:chgData name="CRISTIAN AUGUSTO ALONSO" userId="8bd297f2-7fb0-4884-a89f-a644fef730f4" providerId="ADAL" clId="{57E7E9CA-01DE-4AF1-A5FF-3DA33D0B3F6D}" dt="2023-10-15T19:34:02.412" v="1299" actId="5793"/>
          <ac:spMkLst>
            <pc:docMk/>
            <pc:sldMk cId="0" sldId="261"/>
            <ac:spMk id="13" creationId="{27FB5E05-3A1D-F00A-42C6-C01F8FC478AF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46.606" v="1296" actId="404"/>
        <pc:sldMkLst>
          <pc:docMk/>
          <pc:sldMk cId="0" sldId="268"/>
        </pc:sldMkLst>
        <pc:spChg chg="mod">
          <ac:chgData name="CRISTIAN AUGUSTO ALONSO" userId="8bd297f2-7fb0-4884-a89f-a644fef730f4" providerId="ADAL" clId="{57E7E9CA-01DE-4AF1-A5FF-3DA33D0B3F6D}" dt="2023-10-15T18:37:33.793" v="3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33:46.606" v="1296" actId="404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3:38.613" v="1292"/>
          <ac:spMkLst>
            <pc:docMk/>
            <pc:sldMk cId="0" sldId="268"/>
            <ac:spMk id="4" creationId="{DDD2108D-BD45-BF8F-D6E2-468FB5C459F3}"/>
          </ac:spMkLst>
        </pc:spChg>
        <pc:spChg chg="add mod">
          <ac:chgData name="CRISTIAN AUGUSTO ALONSO" userId="8bd297f2-7fb0-4884-a89f-a644fef730f4" providerId="ADAL" clId="{57E7E9CA-01DE-4AF1-A5FF-3DA33D0B3F6D}" dt="2023-10-15T19:33:38.613" v="1292"/>
          <ac:spMkLst>
            <pc:docMk/>
            <pc:sldMk cId="0" sldId="268"/>
            <ac:spMk id="5" creationId="{C497F580-2B6F-0B6B-960B-B0F7405DDB3D}"/>
          </ac:spMkLst>
        </pc:spChg>
        <pc:spChg chg="del">
          <ac:chgData name="CRISTIAN AUGUSTO ALONSO" userId="8bd297f2-7fb0-4884-a89f-a644fef730f4" providerId="ADAL" clId="{57E7E9CA-01DE-4AF1-A5FF-3DA33D0B3F6D}" dt="2023-10-15T19:33:38.177" v="1291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3:38.177" v="1291" actId="478"/>
          <ac:spMkLst>
            <pc:docMk/>
            <pc:sldMk cId="0" sldId="268"/>
            <ac:spMk id="7" creationId="{7B6633FF-EA47-47EF-BA82-60E3C00163D5}"/>
          </ac:spMkLst>
        </pc:spChg>
        <pc:spChg chg="del">
          <ac:chgData name="CRISTIAN AUGUSTO ALONSO" userId="8bd297f2-7fb0-4884-a89f-a644fef730f4" providerId="ADAL" clId="{57E7E9CA-01DE-4AF1-A5FF-3DA33D0B3F6D}" dt="2023-10-15T19:33:38.177" v="1291" actId="478"/>
          <ac:spMkLst>
            <pc:docMk/>
            <pc:sldMk cId="0" sldId="268"/>
            <ac:spMk id="8" creationId="{1D6E468B-847F-4751-9A7D-73A8801D2838}"/>
          </ac:spMkLst>
        </pc:spChg>
        <pc:spChg chg="add mod">
          <ac:chgData name="CRISTIAN AUGUSTO ALONSO" userId="8bd297f2-7fb0-4884-a89f-a644fef730f4" providerId="ADAL" clId="{57E7E9CA-01DE-4AF1-A5FF-3DA33D0B3F6D}" dt="2023-10-15T19:33:38.613" v="1292"/>
          <ac:spMkLst>
            <pc:docMk/>
            <pc:sldMk cId="0" sldId="268"/>
            <ac:spMk id="9" creationId="{09F92AB0-C475-E6CE-44E2-D6ACF82D6866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32.875" v="1290"/>
        <pc:sldMkLst>
          <pc:docMk/>
          <pc:sldMk cId="603327200" sldId="271"/>
        </pc:sldMkLst>
        <pc:spChg chg="del">
          <ac:chgData name="CRISTIAN AUGUSTO ALONSO" userId="8bd297f2-7fb0-4884-a89f-a644fef730f4" providerId="ADAL" clId="{57E7E9CA-01DE-4AF1-A5FF-3DA33D0B3F6D}" dt="2023-10-15T19:33:32.591" v="1289" actId="478"/>
          <ac:spMkLst>
            <pc:docMk/>
            <pc:sldMk cId="603327200" sldId="271"/>
            <ac:spMk id="2" creationId="{31F22432-70A3-46C7-8A3C-F64325295F73}"/>
          </ac:spMkLst>
        </pc:spChg>
        <pc:spChg chg="del">
          <ac:chgData name="CRISTIAN AUGUSTO ALONSO" userId="8bd297f2-7fb0-4884-a89f-a644fef730f4" providerId="ADAL" clId="{57E7E9CA-01DE-4AF1-A5FF-3DA33D0B3F6D}" dt="2023-10-15T19:33:32.591" v="1289" actId="478"/>
          <ac:spMkLst>
            <pc:docMk/>
            <pc:sldMk cId="603327200" sldId="271"/>
            <ac:spMk id="3" creationId="{147D0C8A-CAD5-4721-8A27-46C132C53BAC}"/>
          </ac:spMkLst>
        </pc:spChg>
        <pc:spChg chg="add mod">
          <ac:chgData name="CRISTIAN AUGUSTO ALONSO" userId="8bd297f2-7fb0-4884-a89f-a644fef730f4" providerId="ADAL" clId="{57E7E9CA-01DE-4AF1-A5FF-3DA33D0B3F6D}" dt="2023-10-15T19:33:32.875" v="1290"/>
          <ac:spMkLst>
            <pc:docMk/>
            <pc:sldMk cId="603327200" sldId="271"/>
            <ac:spMk id="4" creationId="{B2C1E287-FCBB-9C5E-6DE0-9185051FC807}"/>
          </ac:spMkLst>
        </pc:spChg>
        <pc:spChg chg="add mod">
          <ac:chgData name="CRISTIAN AUGUSTO ALONSO" userId="8bd297f2-7fb0-4884-a89f-a644fef730f4" providerId="ADAL" clId="{57E7E9CA-01DE-4AF1-A5FF-3DA33D0B3F6D}" dt="2023-10-15T19:33:32.875" v="1290"/>
          <ac:spMkLst>
            <pc:docMk/>
            <pc:sldMk cId="603327200" sldId="271"/>
            <ac:spMk id="5" creationId="{21CC9E59-A204-884B-E5A3-A9E8264C4E7B}"/>
          </ac:spMkLst>
        </pc:spChg>
        <pc:spChg chg="add mod">
          <ac:chgData name="CRISTIAN AUGUSTO ALONSO" userId="8bd297f2-7fb0-4884-a89f-a644fef730f4" providerId="ADAL" clId="{57E7E9CA-01DE-4AF1-A5FF-3DA33D0B3F6D}" dt="2023-10-15T19:33:32.875" v="1290"/>
          <ac:spMkLst>
            <pc:docMk/>
            <pc:sldMk cId="603327200" sldId="271"/>
            <ac:spMk id="6" creationId="{7F4995AE-B95A-28B9-2EEB-31B42674A251}"/>
          </ac:spMkLst>
        </pc:spChg>
        <pc:spChg chg="del">
          <ac:chgData name="CRISTIAN AUGUSTO ALONSO" userId="8bd297f2-7fb0-4884-a89f-a644fef730f4" providerId="ADAL" clId="{57E7E9CA-01DE-4AF1-A5FF-3DA33D0B3F6D}" dt="2023-10-15T19:33:32.591" v="1289" actId="478"/>
          <ac:spMkLst>
            <pc:docMk/>
            <pc:sldMk cId="603327200" sldId="271"/>
            <ac:spMk id="7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11:33.811" v="883" actId="790"/>
          <ac:spMkLst>
            <pc:docMk/>
            <pc:sldMk cId="603327200" sldId="271"/>
            <ac:spMk id="8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06:21.813" v="856" actId="790"/>
          <ac:spMkLst>
            <pc:docMk/>
            <pc:sldMk cId="603327200" sldId="271"/>
            <ac:spMk id="9" creationId="{00000000-0000-0000-0000-000000000000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49.040" v="1266"/>
        <pc:sldMkLst>
          <pc:docMk/>
          <pc:sldMk cId="3245474733" sldId="274"/>
        </pc:sldMkLst>
        <pc:spChg chg="del">
          <ac:chgData name="CRISTIAN AUGUSTO ALONSO" userId="8bd297f2-7fb0-4884-a89f-a644fef730f4" providerId="ADAL" clId="{57E7E9CA-01DE-4AF1-A5FF-3DA33D0B3F6D}" dt="2023-10-15T18:46:13.291" v="26" actId="3680"/>
          <ac:spMkLst>
            <pc:docMk/>
            <pc:sldMk cId="3245474733" sldId="274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49.040" v="1266"/>
          <ac:spMkLst>
            <pc:docMk/>
            <pc:sldMk cId="3245474733" sldId="274"/>
            <ac:spMk id="5" creationId="{62DC40E4-260D-BE65-CDF3-224BC82A3291}"/>
          </ac:spMkLst>
        </pc:spChg>
        <pc:spChg chg="del">
          <ac:chgData name="CRISTIAN AUGUSTO ALONSO" userId="8bd297f2-7fb0-4884-a89f-a644fef730f4" providerId="ADAL" clId="{57E7E9CA-01DE-4AF1-A5FF-3DA33D0B3F6D}" dt="2023-10-15T19:32:48.755" v="1265" actId="478"/>
          <ac:spMkLst>
            <pc:docMk/>
            <pc:sldMk cId="3245474733" sldId="274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48.755" v="1265" actId="478"/>
          <ac:spMkLst>
            <pc:docMk/>
            <pc:sldMk cId="3245474733" sldId="274"/>
            <ac:spMk id="7" creationId="{D580059A-D714-425D-A4B2-69CE5DB1B747}"/>
          </ac:spMkLst>
        </pc:spChg>
        <pc:spChg chg="del">
          <ac:chgData name="CRISTIAN AUGUSTO ALONSO" userId="8bd297f2-7fb0-4884-a89f-a644fef730f4" providerId="ADAL" clId="{57E7E9CA-01DE-4AF1-A5FF-3DA33D0B3F6D}" dt="2023-10-15T19:32:48.755" v="1265" actId="478"/>
          <ac:spMkLst>
            <pc:docMk/>
            <pc:sldMk cId="3245474733" sldId="274"/>
            <ac:spMk id="8" creationId="{9235B4CF-CD12-405C-BFBF-087E04920CA6}"/>
          </ac:spMkLst>
        </pc:spChg>
        <pc:spChg chg="add mod">
          <ac:chgData name="CRISTIAN AUGUSTO ALONSO" userId="8bd297f2-7fb0-4884-a89f-a644fef730f4" providerId="ADAL" clId="{57E7E9CA-01DE-4AF1-A5FF-3DA33D0B3F6D}" dt="2023-10-15T19:32:49.040" v="1266"/>
          <ac:spMkLst>
            <pc:docMk/>
            <pc:sldMk cId="3245474733" sldId="274"/>
            <ac:spMk id="9" creationId="{007D5B88-8880-419E-5112-1D92D9EC96E7}"/>
          </ac:spMkLst>
        </pc:spChg>
        <pc:spChg chg="add mod">
          <ac:chgData name="CRISTIAN AUGUSTO ALONSO" userId="8bd297f2-7fb0-4884-a89f-a644fef730f4" providerId="ADAL" clId="{57E7E9CA-01DE-4AF1-A5FF-3DA33D0B3F6D}" dt="2023-10-15T19:32:49.040" v="1266"/>
          <ac:spMkLst>
            <pc:docMk/>
            <pc:sldMk cId="3245474733" sldId="274"/>
            <ac:spMk id="10" creationId="{69DED802-593A-B8D5-73AF-BCE4096F48DD}"/>
          </ac:spMkLst>
        </pc:spChg>
        <pc:graphicFrameChg chg="add mod ord modGraphic">
          <ac:chgData name="CRISTIAN AUGUSTO ALONSO" userId="8bd297f2-7fb0-4884-a89f-a644fef730f4" providerId="ADAL" clId="{57E7E9CA-01DE-4AF1-A5FF-3DA33D0B3F6D}" dt="2023-10-15T18:52:00.926" v="222" actId="122"/>
          <ac:graphicFrameMkLst>
            <pc:docMk/>
            <pc:sldMk cId="3245474733" sldId="274"/>
            <ac:graphicFrameMk id="4" creationId="{479255D5-F35C-FA3F-C1DC-F442F1ADDA13}"/>
          </ac:graphicFrameMkLst>
        </pc:graphicFrameChg>
        <pc:picChg chg="del mod">
          <ac:chgData name="CRISTIAN AUGUSTO ALONSO" userId="8bd297f2-7fb0-4884-a89f-a644fef730f4" providerId="ADAL" clId="{57E7E9CA-01DE-4AF1-A5FF-3DA33D0B3F6D}" dt="2023-10-15T18:46:43.626" v="31" actId="478"/>
          <ac:picMkLst>
            <pc:docMk/>
            <pc:sldMk cId="3245474733" sldId="274"/>
            <ac:picMk id="1026" creationId="{00000000-0000-0000-0000-000000000000}"/>
          </ac:picMkLst>
        </pc:picChg>
      </pc:sldChg>
      <pc:sldChg chg="addSp delSp modSp mod">
        <pc:chgData name="CRISTIAN AUGUSTO ALONSO" userId="8bd297f2-7fb0-4884-a89f-a644fef730f4" providerId="ADAL" clId="{57E7E9CA-01DE-4AF1-A5FF-3DA33D0B3F6D}" dt="2023-10-15T19:32:12.515" v="1248"/>
        <pc:sldMkLst>
          <pc:docMk/>
          <pc:sldMk cId="1010407031" sldId="279"/>
        </pc:sldMkLst>
        <pc:spChg chg="add mod">
          <ac:chgData name="CRISTIAN AUGUSTO ALONSO" userId="8bd297f2-7fb0-4884-a89f-a644fef730f4" providerId="ADAL" clId="{57E7E9CA-01DE-4AF1-A5FF-3DA33D0B3F6D}" dt="2023-10-15T19:32:12.515" v="1248"/>
          <ac:spMkLst>
            <pc:docMk/>
            <pc:sldMk cId="1010407031" sldId="279"/>
            <ac:spMk id="5" creationId="{A4498120-A4F5-6ADC-26C8-16824E7691A3}"/>
          </ac:spMkLst>
        </pc:spChg>
        <pc:spChg chg="del">
          <ac:chgData name="CRISTIAN AUGUSTO ALONSO" userId="8bd297f2-7fb0-4884-a89f-a644fef730f4" providerId="ADAL" clId="{57E7E9CA-01DE-4AF1-A5FF-3DA33D0B3F6D}" dt="2023-10-15T19:32:12.150" v="1247" actId="478"/>
          <ac:spMkLst>
            <pc:docMk/>
            <pc:sldMk cId="1010407031" sldId="279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12.150" v="1247" actId="478"/>
          <ac:spMkLst>
            <pc:docMk/>
            <pc:sldMk cId="1010407031" sldId="279"/>
            <ac:spMk id="7" creationId="{15DB9F42-9036-4059-BE35-067F8E4C582F}"/>
          </ac:spMkLst>
        </pc:spChg>
        <pc:spChg chg="del">
          <ac:chgData name="CRISTIAN AUGUSTO ALONSO" userId="8bd297f2-7fb0-4884-a89f-a644fef730f4" providerId="ADAL" clId="{57E7E9CA-01DE-4AF1-A5FF-3DA33D0B3F6D}" dt="2023-10-15T19:32:12.150" v="1247" actId="478"/>
          <ac:spMkLst>
            <pc:docMk/>
            <pc:sldMk cId="1010407031" sldId="279"/>
            <ac:spMk id="8" creationId="{89189598-8C46-4D98-B5D9-A39A6D1E457B}"/>
          </ac:spMkLst>
        </pc:spChg>
        <pc:spChg chg="add mod">
          <ac:chgData name="CRISTIAN AUGUSTO ALONSO" userId="8bd297f2-7fb0-4884-a89f-a644fef730f4" providerId="ADAL" clId="{57E7E9CA-01DE-4AF1-A5FF-3DA33D0B3F6D}" dt="2023-10-15T19:32:12.515" v="1248"/>
          <ac:spMkLst>
            <pc:docMk/>
            <pc:sldMk cId="1010407031" sldId="279"/>
            <ac:spMk id="9" creationId="{9930C361-D9D1-3A27-B4C9-266503E21ECA}"/>
          </ac:spMkLst>
        </pc:spChg>
        <pc:spChg chg="add mod">
          <ac:chgData name="CRISTIAN AUGUSTO ALONSO" userId="8bd297f2-7fb0-4884-a89f-a644fef730f4" providerId="ADAL" clId="{57E7E9CA-01DE-4AF1-A5FF-3DA33D0B3F6D}" dt="2023-10-15T19:32:12.515" v="1248"/>
          <ac:spMkLst>
            <pc:docMk/>
            <pc:sldMk cId="1010407031" sldId="279"/>
            <ac:spMk id="10" creationId="{99CDA693-B44C-3E85-7174-BB08B065AF1C}"/>
          </ac:spMkLst>
        </pc:spChg>
        <pc:graphicFrameChg chg="add mod modGraphic">
          <ac:chgData name="CRISTIAN AUGUSTO ALONSO" userId="8bd297f2-7fb0-4884-a89f-a644fef730f4" providerId="ADAL" clId="{57E7E9CA-01DE-4AF1-A5FF-3DA33D0B3F6D}" dt="2023-10-15T19:25:08.048" v="1170" actId="1035"/>
          <ac:graphicFrameMkLst>
            <pc:docMk/>
            <pc:sldMk cId="1010407031" sldId="279"/>
            <ac:graphicFrameMk id="4" creationId="{F122263A-8C9C-8FAD-8DA6-3B33629F0C70}"/>
          </ac:graphicFrameMkLst>
        </pc:graphicFrameChg>
        <pc:picChg chg="del">
          <ac:chgData name="CRISTIAN AUGUSTO ALONSO" userId="8bd297f2-7fb0-4884-a89f-a644fef730f4" providerId="ADAL" clId="{57E7E9CA-01DE-4AF1-A5FF-3DA33D0B3F6D}" dt="2023-10-15T19:16:40.058" v="916" actId="21"/>
          <ac:picMkLst>
            <pc:docMk/>
            <pc:sldMk cId="1010407031" sldId="279"/>
            <ac:picMk id="3074" creationId="{00000000-0000-0000-0000-000000000000}"/>
          </ac:picMkLst>
        </pc:picChg>
      </pc:sldChg>
      <pc:sldChg chg="addSp delSp modSp mod">
        <pc:chgData name="CRISTIAN AUGUSTO ALONSO" userId="8bd297f2-7fb0-4884-a89f-a644fef730f4" providerId="ADAL" clId="{57E7E9CA-01DE-4AF1-A5FF-3DA33D0B3F6D}" dt="2023-10-15T19:32:32.004" v="1258"/>
        <pc:sldMkLst>
          <pc:docMk/>
          <pc:sldMk cId="3217406156" sldId="280"/>
        </pc:sldMkLst>
        <pc:spChg chg="del">
          <ac:chgData name="CRISTIAN AUGUSTO ALONSO" userId="8bd297f2-7fb0-4884-a89f-a644fef730f4" providerId="ADAL" clId="{57E7E9CA-01DE-4AF1-A5FF-3DA33D0B3F6D}" dt="2023-10-15T18:53:26.295" v="228" actId="478"/>
          <ac:spMkLst>
            <pc:docMk/>
            <pc:sldMk cId="3217406156" sldId="280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32.004" v="1258"/>
          <ac:spMkLst>
            <pc:docMk/>
            <pc:sldMk cId="3217406156" sldId="280"/>
            <ac:spMk id="5" creationId="{FEF76698-EFFA-7E5F-1EB7-AB9FEFAB274C}"/>
          </ac:spMkLst>
        </pc:spChg>
        <pc:spChg chg="del">
          <ac:chgData name="CRISTIAN AUGUSTO ALONSO" userId="8bd297f2-7fb0-4884-a89f-a644fef730f4" providerId="ADAL" clId="{57E7E9CA-01DE-4AF1-A5FF-3DA33D0B3F6D}" dt="2023-10-15T19:32:31.686" v="1257" actId="478"/>
          <ac:spMkLst>
            <pc:docMk/>
            <pc:sldMk cId="3217406156" sldId="280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31.686" v="1257" actId="478"/>
          <ac:spMkLst>
            <pc:docMk/>
            <pc:sldMk cId="3217406156" sldId="280"/>
            <ac:spMk id="7" creationId="{8B3539FF-892B-4B34-8E7F-5490ECDD4F8D}"/>
          </ac:spMkLst>
        </pc:spChg>
        <pc:spChg chg="del">
          <ac:chgData name="CRISTIAN AUGUSTO ALONSO" userId="8bd297f2-7fb0-4884-a89f-a644fef730f4" providerId="ADAL" clId="{57E7E9CA-01DE-4AF1-A5FF-3DA33D0B3F6D}" dt="2023-10-15T19:32:31.686" v="1257" actId="478"/>
          <ac:spMkLst>
            <pc:docMk/>
            <pc:sldMk cId="3217406156" sldId="280"/>
            <ac:spMk id="8" creationId="{C79EED25-3480-446D-8207-11AB5DF5DD4C}"/>
          </ac:spMkLst>
        </pc:spChg>
        <pc:spChg chg="add mod">
          <ac:chgData name="CRISTIAN AUGUSTO ALONSO" userId="8bd297f2-7fb0-4884-a89f-a644fef730f4" providerId="ADAL" clId="{57E7E9CA-01DE-4AF1-A5FF-3DA33D0B3F6D}" dt="2023-10-15T19:32:32.004" v="1258"/>
          <ac:spMkLst>
            <pc:docMk/>
            <pc:sldMk cId="3217406156" sldId="280"/>
            <ac:spMk id="9" creationId="{FFF917B2-8618-B8AA-20E4-347CD7AB4800}"/>
          </ac:spMkLst>
        </pc:spChg>
        <pc:spChg chg="add mod">
          <ac:chgData name="CRISTIAN AUGUSTO ALONSO" userId="8bd297f2-7fb0-4884-a89f-a644fef730f4" providerId="ADAL" clId="{57E7E9CA-01DE-4AF1-A5FF-3DA33D0B3F6D}" dt="2023-10-15T19:32:32.004" v="1258"/>
          <ac:spMkLst>
            <pc:docMk/>
            <pc:sldMk cId="3217406156" sldId="280"/>
            <ac:spMk id="10" creationId="{DCE6E9A7-B527-98BB-7E91-BA3E5B40414A}"/>
          </ac:spMkLst>
        </pc:spChg>
        <pc:graphicFrameChg chg="add mod modGraphic">
          <ac:chgData name="CRISTIAN AUGUSTO ALONSO" userId="8bd297f2-7fb0-4884-a89f-a644fef730f4" providerId="ADAL" clId="{57E7E9CA-01DE-4AF1-A5FF-3DA33D0B3F6D}" dt="2023-10-15T19:17:59.830" v="943" actId="122"/>
          <ac:graphicFrameMkLst>
            <pc:docMk/>
            <pc:sldMk cId="3217406156" sldId="280"/>
            <ac:graphicFrameMk id="4" creationId="{83EE5D41-A5EB-7EA7-E909-EABB1E25FADB}"/>
          </ac:graphicFrameMkLst>
        </pc:graphicFrameChg>
        <pc:picChg chg="del">
          <ac:chgData name="CRISTIAN AUGUSTO ALONSO" userId="8bd297f2-7fb0-4884-a89f-a644fef730f4" providerId="ADAL" clId="{57E7E9CA-01DE-4AF1-A5FF-3DA33D0B3F6D}" dt="2023-10-15T18:53:24.167" v="227" actId="478"/>
          <ac:picMkLst>
            <pc:docMk/>
            <pc:sldMk cId="3217406156" sldId="280"/>
            <ac:picMk id="2050" creationId="{00000000-0000-0000-0000-000000000000}"/>
          </ac:picMkLst>
        </pc:picChg>
      </pc:sldChg>
      <pc:sldChg chg="addSp delSp modSp mod">
        <pc:chgData name="CRISTIAN AUGUSTO ALONSO" userId="8bd297f2-7fb0-4884-a89f-a644fef730f4" providerId="ADAL" clId="{57E7E9CA-01DE-4AF1-A5FF-3DA33D0B3F6D}" dt="2023-10-15T19:32:09.042" v="1246"/>
        <pc:sldMkLst>
          <pc:docMk/>
          <pc:sldMk cId="2804615857" sldId="281"/>
        </pc:sldMkLst>
        <pc:spChg chg="mod">
          <ac:chgData name="CRISTIAN AUGUSTO ALONSO" userId="8bd297f2-7fb0-4884-a89f-a644fef730f4" providerId="ADAL" clId="{57E7E9CA-01DE-4AF1-A5FF-3DA33D0B3F6D}" dt="2023-10-15T19:25:39.311" v="1172" actId="20577"/>
          <ac:spMkLst>
            <pc:docMk/>
            <pc:sldMk cId="2804615857" sldId="281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09.042" v="1246"/>
          <ac:spMkLst>
            <pc:docMk/>
            <pc:sldMk cId="2804615857" sldId="281"/>
            <ac:spMk id="4" creationId="{6ED89BB8-8A56-712D-E948-6A0CD573531A}"/>
          </ac:spMkLst>
        </pc:spChg>
        <pc:spChg chg="add mod">
          <ac:chgData name="CRISTIAN AUGUSTO ALONSO" userId="8bd297f2-7fb0-4884-a89f-a644fef730f4" providerId="ADAL" clId="{57E7E9CA-01DE-4AF1-A5FF-3DA33D0B3F6D}" dt="2023-10-15T19:32:09.042" v="1246"/>
          <ac:spMkLst>
            <pc:docMk/>
            <pc:sldMk cId="2804615857" sldId="281"/>
            <ac:spMk id="5" creationId="{71C327F8-CB5D-F103-186E-DA845B6A3591}"/>
          </ac:spMkLst>
        </pc:spChg>
        <pc:spChg chg="del">
          <ac:chgData name="CRISTIAN AUGUSTO ALONSO" userId="8bd297f2-7fb0-4884-a89f-a644fef730f4" providerId="ADAL" clId="{57E7E9CA-01DE-4AF1-A5FF-3DA33D0B3F6D}" dt="2023-10-15T19:32:08.726" v="1245" actId="478"/>
          <ac:spMkLst>
            <pc:docMk/>
            <pc:sldMk cId="2804615857" sldId="281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08.726" v="1245" actId="478"/>
          <ac:spMkLst>
            <pc:docMk/>
            <pc:sldMk cId="2804615857" sldId="281"/>
            <ac:spMk id="8" creationId="{F5A42BAC-E684-4810-8559-979716D6F4DA}"/>
          </ac:spMkLst>
        </pc:spChg>
        <pc:spChg chg="del">
          <ac:chgData name="CRISTIAN AUGUSTO ALONSO" userId="8bd297f2-7fb0-4884-a89f-a644fef730f4" providerId="ADAL" clId="{57E7E9CA-01DE-4AF1-A5FF-3DA33D0B3F6D}" dt="2023-10-15T19:32:08.726" v="1245" actId="478"/>
          <ac:spMkLst>
            <pc:docMk/>
            <pc:sldMk cId="2804615857" sldId="281"/>
            <ac:spMk id="9" creationId="{84569226-03E6-4724-B3D4-B137C1E3ACC3}"/>
          </ac:spMkLst>
        </pc:spChg>
        <pc:spChg chg="add mod">
          <ac:chgData name="CRISTIAN AUGUSTO ALONSO" userId="8bd297f2-7fb0-4884-a89f-a644fef730f4" providerId="ADAL" clId="{57E7E9CA-01DE-4AF1-A5FF-3DA33D0B3F6D}" dt="2023-10-15T19:32:09.042" v="1246"/>
          <ac:spMkLst>
            <pc:docMk/>
            <pc:sldMk cId="2804615857" sldId="281"/>
            <ac:spMk id="10" creationId="{7CCB3771-4A65-6613-EE74-419AFA77744D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4:26.367" v="1303" actId="1076"/>
        <pc:sldMkLst>
          <pc:docMk/>
          <pc:sldMk cId="3653096523" sldId="287"/>
        </pc:sldMkLst>
        <pc:spChg chg="add mod">
          <ac:chgData name="CRISTIAN AUGUSTO ALONSO" userId="8bd297f2-7fb0-4884-a89f-a644fef730f4" providerId="ADAL" clId="{57E7E9CA-01DE-4AF1-A5FF-3DA33D0B3F6D}" dt="2023-10-15T19:34:19.185" v="1301"/>
          <ac:spMkLst>
            <pc:docMk/>
            <pc:sldMk cId="3653096523" sldId="287"/>
            <ac:spMk id="4" creationId="{9E083773-54E2-17F6-DAFC-1CA3A2A171B4}"/>
          </ac:spMkLst>
        </pc:spChg>
        <pc:spChg chg="add mod">
          <ac:chgData name="CRISTIAN AUGUSTO ALONSO" userId="8bd297f2-7fb0-4884-a89f-a644fef730f4" providerId="ADAL" clId="{57E7E9CA-01DE-4AF1-A5FF-3DA33D0B3F6D}" dt="2023-10-15T19:34:19.185" v="1301"/>
          <ac:spMkLst>
            <pc:docMk/>
            <pc:sldMk cId="3653096523" sldId="287"/>
            <ac:spMk id="5" creationId="{53A55396-D635-C445-581C-6BA8DE931605}"/>
          </ac:spMkLst>
        </pc:spChg>
        <pc:spChg chg="del">
          <ac:chgData name="CRISTIAN AUGUSTO ALONSO" userId="8bd297f2-7fb0-4884-a89f-a644fef730f4" providerId="ADAL" clId="{57E7E9CA-01DE-4AF1-A5FF-3DA33D0B3F6D}" dt="2023-10-15T19:34:18.829" v="1300" actId="478"/>
          <ac:spMkLst>
            <pc:docMk/>
            <pc:sldMk cId="3653096523" sldId="287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4:18.829" v="1300" actId="478"/>
          <ac:spMkLst>
            <pc:docMk/>
            <pc:sldMk cId="3653096523" sldId="287"/>
            <ac:spMk id="7" creationId="{31319E3B-B514-425A-A050-5BA03F4D5F52}"/>
          </ac:spMkLst>
        </pc:spChg>
        <pc:spChg chg="del">
          <ac:chgData name="CRISTIAN AUGUSTO ALONSO" userId="8bd297f2-7fb0-4884-a89f-a644fef730f4" providerId="ADAL" clId="{57E7E9CA-01DE-4AF1-A5FF-3DA33D0B3F6D}" dt="2023-10-15T19:34:18.829" v="1300" actId="478"/>
          <ac:spMkLst>
            <pc:docMk/>
            <pc:sldMk cId="3653096523" sldId="287"/>
            <ac:spMk id="8" creationId="{CC698FDA-3670-4131-A677-9F134DC7309C}"/>
          </ac:spMkLst>
        </pc:spChg>
        <pc:spChg chg="add mod">
          <ac:chgData name="CRISTIAN AUGUSTO ALONSO" userId="8bd297f2-7fb0-4884-a89f-a644fef730f4" providerId="ADAL" clId="{57E7E9CA-01DE-4AF1-A5FF-3DA33D0B3F6D}" dt="2023-10-15T19:34:19.185" v="1301"/>
          <ac:spMkLst>
            <pc:docMk/>
            <pc:sldMk cId="3653096523" sldId="287"/>
            <ac:spMk id="9" creationId="{4560C8C5-0BC3-3A96-A9D3-E92DABA7F2E7}"/>
          </ac:spMkLst>
        </pc:spChg>
        <pc:picChg chg="mod">
          <ac:chgData name="CRISTIAN AUGUSTO ALONSO" userId="8bd297f2-7fb0-4884-a89f-a644fef730f4" providerId="ADAL" clId="{57E7E9CA-01DE-4AF1-A5FF-3DA33D0B3F6D}" dt="2023-10-15T19:34:26.367" v="1303" actId="1076"/>
          <ac:picMkLst>
            <pc:docMk/>
            <pc:sldMk cId="3653096523" sldId="287"/>
            <ac:picMk id="4098" creationId="{00000000-0000-0000-0000-000000000000}"/>
          </ac:picMkLst>
        </pc:picChg>
      </pc:sldChg>
      <pc:sldChg chg="addSp delSp modSp mod">
        <pc:chgData name="CRISTIAN AUGUSTO ALONSO" userId="8bd297f2-7fb0-4884-a89f-a644fef730f4" providerId="ADAL" clId="{57E7E9CA-01DE-4AF1-A5FF-3DA33D0B3F6D}" dt="2023-10-15T19:35:39.573" v="1338"/>
        <pc:sldMkLst>
          <pc:docMk/>
          <pc:sldMk cId="245792914" sldId="289"/>
        </pc:sldMkLst>
        <pc:spChg chg="add mod">
          <ac:chgData name="CRISTIAN AUGUSTO ALONSO" userId="8bd297f2-7fb0-4884-a89f-a644fef730f4" providerId="ADAL" clId="{57E7E9CA-01DE-4AF1-A5FF-3DA33D0B3F6D}" dt="2023-10-15T19:35:39.573" v="1338"/>
          <ac:spMkLst>
            <pc:docMk/>
            <pc:sldMk cId="245792914" sldId="289"/>
            <ac:spMk id="4" creationId="{A8D21699-8E5F-DFA4-21D7-265299EC33FF}"/>
          </ac:spMkLst>
        </pc:spChg>
        <pc:spChg chg="add mod">
          <ac:chgData name="CRISTIAN AUGUSTO ALONSO" userId="8bd297f2-7fb0-4884-a89f-a644fef730f4" providerId="ADAL" clId="{57E7E9CA-01DE-4AF1-A5FF-3DA33D0B3F6D}" dt="2023-10-15T19:35:39.573" v="1338"/>
          <ac:spMkLst>
            <pc:docMk/>
            <pc:sldMk cId="245792914" sldId="289"/>
            <ac:spMk id="5" creationId="{F8AD7B8A-E83D-287C-F470-A4042CE3B50E}"/>
          </ac:spMkLst>
        </pc:spChg>
        <pc:spChg chg="del">
          <ac:chgData name="CRISTIAN AUGUSTO ALONSO" userId="8bd297f2-7fb0-4884-a89f-a644fef730f4" providerId="ADAL" clId="{57E7E9CA-01DE-4AF1-A5FF-3DA33D0B3F6D}" dt="2023-10-15T19:35:39.241" v="1337" actId="478"/>
          <ac:spMkLst>
            <pc:docMk/>
            <pc:sldMk cId="245792914" sldId="289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5:39.241" v="1337" actId="478"/>
          <ac:spMkLst>
            <pc:docMk/>
            <pc:sldMk cId="245792914" sldId="289"/>
            <ac:spMk id="7" creationId="{51EEF617-005D-4F30-9A1E-CEF538F79979}"/>
          </ac:spMkLst>
        </pc:spChg>
        <pc:spChg chg="del">
          <ac:chgData name="CRISTIAN AUGUSTO ALONSO" userId="8bd297f2-7fb0-4884-a89f-a644fef730f4" providerId="ADAL" clId="{57E7E9CA-01DE-4AF1-A5FF-3DA33D0B3F6D}" dt="2023-10-15T19:35:39.241" v="1337" actId="478"/>
          <ac:spMkLst>
            <pc:docMk/>
            <pc:sldMk cId="245792914" sldId="289"/>
            <ac:spMk id="8" creationId="{1AB5439A-D13F-428B-AB56-49207490E12F}"/>
          </ac:spMkLst>
        </pc:spChg>
        <pc:spChg chg="add mod">
          <ac:chgData name="CRISTIAN AUGUSTO ALONSO" userId="8bd297f2-7fb0-4884-a89f-a644fef730f4" providerId="ADAL" clId="{57E7E9CA-01DE-4AF1-A5FF-3DA33D0B3F6D}" dt="2023-10-15T19:35:39.573" v="1338"/>
          <ac:spMkLst>
            <pc:docMk/>
            <pc:sldMk cId="245792914" sldId="289"/>
            <ac:spMk id="9" creationId="{E62A08E2-57E4-67EE-82F3-E72E21E00011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4:52.157" v="1315" actId="12789"/>
        <pc:sldMkLst>
          <pc:docMk/>
          <pc:sldMk cId="2692247853" sldId="295"/>
        </pc:sldMkLst>
        <pc:spChg chg="del">
          <ac:chgData name="CRISTIAN AUGUSTO ALONSO" userId="8bd297f2-7fb0-4884-a89f-a644fef730f4" providerId="ADAL" clId="{57E7E9CA-01DE-4AF1-A5FF-3DA33D0B3F6D}" dt="2023-10-15T19:34:35.134" v="1306" actId="478"/>
          <ac:spMkLst>
            <pc:docMk/>
            <pc:sldMk cId="2692247853" sldId="295"/>
            <ac:spMk id="3" creationId="{3AF9E040-5CA7-4FCB-BFB1-141EFA27411B}"/>
          </ac:spMkLst>
        </pc:spChg>
        <pc:spChg chg="add mod">
          <ac:chgData name="CRISTIAN AUGUSTO ALONSO" userId="8bd297f2-7fb0-4884-a89f-a644fef730f4" providerId="ADAL" clId="{57E7E9CA-01DE-4AF1-A5FF-3DA33D0B3F6D}" dt="2023-10-15T19:34:35.420" v="1307"/>
          <ac:spMkLst>
            <pc:docMk/>
            <pc:sldMk cId="2692247853" sldId="295"/>
            <ac:spMk id="4" creationId="{72512D62-324C-C386-1CF0-A44F6C9764BE}"/>
          </ac:spMkLst>
        </pc:spChg>
        <pc:spChg chg="add mod">
          <ac:chgData name="CRISTIAN AUGUSTO ALONSO" userId="8bd297f2-7fb0-4884-a89f-a644fef730f4" providerId="ADAL" clId="{57E7E9CA-01DE-4AF1-A5FF-3DA33D0B3F6D}" dt="2023-10-15T19:34:35.420" v="1307"/>
          <ac:spMkLst>
            <pc:docMk/>
            <pc:sldMk cId="2692247853" sldId="295"/>
            <ac:spMk id="5" creationId="{3C54B91A-32FB-8575-DD81-9824CA17979F}"/>
          </ac:spMkLst>
        </pc:spChg>
        <pc:spChg chg="del">
          <ac:chgData name="CRISTIAN AUGUSTO ALONSO" userId="8bd297f2-7fb0-4884-a89f-a644fef730f4" providerId="ADAL" clId="{57E7E9CA-01DE-4AF1-A5FF-3DA33D0B3F6D}" dt="2023-10-15T19:34:35.134" v="1306" actId="478"/>
          <ac:spMkLst>
            <pc:docMk/>
            <pc:sldMk cId="2692247853" sldId="295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4:35.134" v="1306" actId="478"/>
          <ac:spMkLst>
            <pc:docMk/>
            <pc:sldMk cId="2692247853" sldId="295"/>
            <ac:spMk id="8" creationId="{9AAC1102-46F0-4EAC-A164-BF8990977EB8}"/>
          </ac:spMkLst>
        </pc:spChg>
        <pc:spChg chg="add mod">
          <ac:chgData name="CRISTIAN AUGUSTO ALONSO" userId="8bd297f2-7fb0-4884-a89f-a644fef730f4" providerId="ADAL" clId="{57E7E9CA-01DE-4AF1-A5FF-3DA33D0B3F6D}" dt="2023-10-15T19:34:35.420" v="1307"/>
          <ac:spMkLst>
            <pc:docMk/>
            <pc:sldMk cId="2692247853" sldId="295"/>
            <ac:spMk id="9" creationId="{CB25C87A-55A6-5257-BA81-D9E6A38EB378}"/>
          </ac:spMkLst>
        </pc:spChg>
        <pc:picChg chg="mod">
          <ac:chgData name="CRISTIAN AUGUSTO ALONSO" userId="8bd297f2-7fb0-4884-a89f-a644fef730f4" providerId="ADAL" clId="{57E7E9CA-01DE-4AF1-A5FF-3DA33D0B3F6D}" dt="2023-10-15T19:34:52.157" v="1315" actId="12789"/>
          <ac:picMkLst>
            <pc:docMk/>
            <pc:sldMk cId="2692247853" sldId="295"/>
            <ac:picMk id="7" creationId="{00000000-0000-0000-0000-000000000000}"/>
          </ac:picMkLst>
        </pc:picChg>
      </pc:sldChg>
      <pc:sldChg chg="addSp delSp modSp mod">
        <pc:chgData name="CRISTIAN AUGUSTO ALONSO" userId="8bd297f2-7fb0-4884-a89f-a644fef730f4" providerId="ADAL" clId="{57E7E9CA-01DE-4AF1-A5FF-3DA33D0B3F6D}" dt="2023-10-15T19:35:18.549" v="1330" actId="1038"/>
        <pc:sldMkLst>
          <pc:docMk/>
          <pc:sldMk cId="788137819" sldId="298"/>
        </pc:sldMkLst>
        <pc:spChg chg="del">
          <ac:chgData name="CRISTIAN AUGUSTO ALONSO" userId="8bd297f2-7fb0-4884-a89f-a644fef730f4" providerId="ADAL" clId="{57E7E9CA-01DE-4AF1-A5FF-3DA33D0B3F6D}" dt="2023-10-15T19:35:13.893" v="1324" actId="478"/>
          <ac:spMkLst>
            <pc:docMk/>
            <pc:sldMk cId="788137819" sldId="298"/>
            <ac:spMk id="3" creationId="{6081D216-FAD1-4828-8FEF-A6952243619B}"/>
          </ac:spMkLst>
        </pc:spChg>
        <pc:spChg chg="add mod">
          <ac:chgData name="CRISTIAN AUGUSTO ALONSO" userId="8bd297f2-7fb0-4884-a89f-a644fef730f4" providerId="ADAL" clId="{57E7E9CA-01DE-4AF1-A5FF-3DA33D0B3F6D}" dt="2023-10-15T19:35:14.235" v="1325"/>
          <ac:spMkLst>
            <pc:docMk/>
            <pc:sldMk cId="788137819" sldId="298"/>
            <ac:spMk id="4" creationId="{C7842C3A-C960-4C95-6B24-8A9E6D7809D2}"/>
          </ac:spMkLst>
        </pc:spChg>
        <pc:spChg chg="add mod">
          <ac:chgData name="CRISTIAN AUGUSTO ALONSO" userId="8bd297f2-7fb0-4884-a89f-a644fef730f4" providerId="ADAL" clId="{57E7E9CA-01DE-4AF1-A5FF-3DA33D0B3F6D}" dt="2023-10-15T19:35:14.235" v="1325"/>
          <ac:spMkLst>
            <pc:docMk/>
            <pc:sldMk cId="788137819" sldId="298"/>
            <ac:spMk id="5" creationId="{84C3BDF4-926C-0D14-ED73-8284477AA979}"/>
          </ac:spMkLst>
        </pc:spChg>
        <pc:spChg chg="del">
          <ac:chgData name="CRISTIAN AUGUSTO ALONSO" userId="8bd297f2-7fb0-4884-a89f-a644fef730f4" providerId="ADAL" clId="{57E7E9CA-01DE-4AF1-A5FF-3DA33D0B3F6D}" dt="2023-10-15T19:35:13.893" v="1324" actId="478"/>
          <ac:spMkLst>
            <pc:docMk/>
            <pc:sldMk cId="788137819" sldId="298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5:13.893" v="1324" actId="478"/>
          <ac:spMkLst>
            <pc:docMk/>
            <pc:sldMk cId="788137819" sldId="298"/>
            <ac:spMk id="8" creationId="{78AC3D2C-A490-4F9A-9FB6-C53BB21DDF2C}"/>
          </ac:spMkLst>
        </pc:spChg>
        <pc:spChg chg="add mod">
          <ac:chgData name="CRISTIAN AUGUSTO ALONSO" userId="8bd297f2-7fb0-4884-a89f-a644fef730f4" providerId="ADAL" clId="{57E7E9CA-01DE-4AF1-A5FF-3DA33D0B3F6D}" dt="2023-10-15T19:35:14.235" v="1325"/>
          <ac:spMkLst>
            <pc:docMk/>
            <pc:sldMk cId="788137819" sldId="298"/>
            <ac:spMk id="9" creationId="{5C7A1909-4376-4A2B-2F03-84BDD234FE4F}"/>
          </ac:spMkLst>
        </pc:spChg>
        <pc:picChg chg="mod">
          <ac:chgData name="CRISTIAN AUGUSTO ALONSO" userId="8bd297f2-7fb0-4884-a89f-a644fef730f4" providerId="ADAL" clId="{57E7E9CA-01DE-4AF1-A5FF-3DA33D0B3F6D}" dt="2023-10-15T19:35:18.549" v="1330" actId="1038"/>
          <ac:picMkLst>
            <pc:docMk/>
            <pc:sldMk cId="788137819" sldId="298"/>
            <ac:picMk id="7" creationId="{00000000-0000-0000-0000-000000000000}"/>
          </ac:picMkLst>
        </pc:picChg>
      </pc:sldChg>
      <pc:sldChg chg="addSp delSp modSp mod">
        <pc:chgData name="CRISTIAN AUGUSTO ALONSO" userId="8bd297f2-7fb0-4884-a89f-a644fef730f4" providerId="ADAL" clId="{57E7E9CA-01DE-4AF1-A5FF-3DA33D0B3F6D}" dt="2023-10-15T19:35:06.656" v="1323"/>
        <pc:sldMkLst>
          <pc:docMk/>
          <pc:sldMk cId="2714407227" sldId="299"/>
        </pc:sldMkLst>
        <pc:spChg chg="del">
          <ac:chgData name="CRISTIAN AUGUSTO ALONSO" userId="8bd297f2-7fb0-4884-a89f-a644fef730f4" providerId="ADAL" clId="{57E7E9CA-01DE-4AF1-A5FF-3DA33D0B3F6D}" dt="2023-10-15T19:35:06.339" v="1322" actId="478"/>
          <ac:spMkLst>
            <pc:docMk/>
            <pc:sldMk cId="2714407227" sldId="299"/>
            <ac:spMk id="3" creationId="{70C3FBDA-0104-43A9-9DEE-379B33AB5757}"/>
          </ac:spMkLst>
        </pc:spChg>
        <pc:spChg chg="add mod">
          <ac:chgData name="CRISTIAN AUGUSTO ALONSO" userId="8bd297f2-7fb0-4884-a89f-a644fef730f4" providerId="ADAL" clId="{57E7E9CA-01DE-4AF1-A5FF-3DA33D0B3F6D}" dt="2023-10-15T19:35:06.656" v="1323"/>
          <ac:spMkLst>
            <pc:docMk/>
            <pc:sldMk cId="2714407227" sldId="299"/>
            <ac:spMk id="4" creationId="{9EC3B77C-44EE-561B-B044-07EE7B6563A2}"/>
          </ac:spMkLst>
        </pc:spChg>
        <pc:spChg chg="add mod">
          <ac:chgData name="CRISTIAN AUGUSTO ALONSO" userId="8bd297f2-7fb0-4884-a89f-a644fef730f4" providerId="ADAL" clId="{57E7E9CA-01DE-4AF1-A5FF-3DA33D0B3F6D}" dt="2023-10-15T19:35:06.656" v="1323"/>
          <ac:spMkLst>
            <pc:docMk/>
            <pc:sldMk cId="2714407227" sldId="299"/>
            <ac:spMk id="5" creationId="{B6663961-19B7-0FC4-3105-C88AA8B9B1B4}"/>
          </ac:spMkLst>
        </pc:spChg>
        <pc:spChg chg="del">
          <ac:chgData name="CRISTIAN AUGUSTO ALONSO" userId="8bd297f2-7fb0-4884-a89f-a644fef730f4" providerId="ADAL" clId="{57E7E9CA-01DE-4AF1-A5FF-3DA33D0B3F6D}" dt="2023-10-15T19:35:06.339" v="1322" actId="478"/>
          <ac:spMkLst>
            <pc:docMk/>
            <pc:sldMk cId="2714407227" sldId="299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5:06.339" v="1322" actId="478"/>
          <ac:spMkLst>
            <pc:docMk/>
            <pc:sldMk cId="2714407227" sldId="299"/>
            <ac:spMk id="8" creationId="{F920086B-2B01-4508-8ECA-C172C144567F}"/>
          </ac:spMkLst>
        </pc:spChg>
        <pc:spChg chg="add mod">
          <ac:chgData name="CRISTIAN AUGUSTO ALONSO" userId="8bd297f2-7fb0-4884-a89f-a644fef730f4" providerId="ADAL" clId="{57E7E9CA-01DE-4AF1-A5FF-3DA33D0B3F6D}" dt="2023-10-15T19:35:06.656" v="1323"/>
          <ac:spMkLst>
            <pc:docMk/>
            <pc:sldMk cId="2714407227" sldId="299"/>
            <ac:spMk id="9" creationId="{E87A86E2-2AB5-90B0-4623-5097F502029F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16.154" v="1280"/>
        <pc:sldMkLst>
          <pc:docMk/>
          <pc:sldMk cId="1514961065" sldId="301"/>
        </pc:sldMkLst>
        <pc:spChg chg="del">
          <ac:chgData name="CRISTIAN AUGUSTO ALONSO" userId="8bd297f2-7fb0-4884-a89f-a644fef730f4" providerId="ADAL" clId="{57E7E9CA-01DE-4AF1-A5FF-3DA33D0B3F6D}" dt="2023-10-15T19:33:15.847" v="1279" actId="478"/>
          <ac:spMkLst>
            <pc:docMk/>
            <pc:sldMk cId="1514961065" sldId="301"/>
            <ac:spMk id="2" creationId="{0B98AAE2-C877-4AD0-BED3-D143AF401006}"/>
          </ac:spMkLst>
        </pc:spChg>
        <pc:spChg chg="del">
          <ac:chgData name="CRISTIAN AUGUSTO ALONSO" userId="8bd297f2-7fb0-4884-a89f-a644fef730f4" providerId="ADAL" clId="{57E7E9CA-01DE-4AF1-A5FF-3DA33D0B3F6D}" dt="2023-10-15T19:33:15.847" v="1279" actId="478"/>
          <ac:spMkLst>
            <pc:docMk/>
            <pc:sldMk cId="1514961065" sldId="301"/>
            <ac:spMk id="3" creationId="{3C8A6A61-28E1-4F96-B74E-E06487DEF635}"/>
          </ac:spMkLst>
        </pc:spChg>
        <pc:spChg chg="add mod">
          <ac:chgData name="CRISTIAN AUGUSTO ALONSO" userId="8bd297f2-7fb0-4884-a89f-a644fef730f4" providerId="ADAL" clId="{57E7E9CA-01DE-4AF1-A5FF-3DA33D0B3F6D}" dt="2023-10-15T19:33:16.154" v="1280"/>
          <ac:spMkLst>
            <pc:docMk/>
            <pc:sldMk cId="1514961065" sldId="301"/>
            <ac:spMk id="4" creationId="{D53E5D71-5559-D60A-63E0-05078DBB1731}"/>
          </ac:spMkLst>
        </pc:spChg>
        <pc:spChg chg="add mod">
          <ac:chgData name="CRISTIAN AUGUSTO ALONSO" userId="8bd297f2-7fb0-4884-a89f-a644fef730f4" providerId="ADAL" clId="{57E7E9CA-01DE-4AF1-A5FF-3DA33D0B3F6D}" dt="2023-10-15T19:33:16.154" v="1280"/>
          <ac:spMkLst>
            <pc:docMk/>
            <pc:sldMk cId="1514961065" sldId="301"/>
            <ac:spMk id="5" creationId="{759B66D9-36AA-009B-B93E-A495BA5C5D48}"/>
          </ac:spMkLst>
        </pc:spChg>
        <pc:spChg chg="add mod">
          <ac:chgData name="CRISTIAN AUGUSTO ALONSO" userId="8bd297f2-7fb0-4884-a89f-a644fef730f4" providerId="ADAL" clId="{57E7E9CA-01DE-4AF1-A5FF-3DA33D0B3F6D}" dt="2023-10-15T19:33:16.154" v="1280"/>
          <ac:spMkLst>
            <pc:docMk/>
            <pc:sldMk cId="1514961065" sldId="301"/>
            <ac:spMk id="6" creationId="{090AC426-262E-7EA0-8278-A3695E3AD492}"/>
          </ac:spMkLst>
        </pc:spChg>
        <pc:spChg chg="del">
          <ac:chgData name="CRISTIAN AUGUSTO ALONSO" userId="8bd297f2-7fb0-4884-a89f-a644fef730f4" providerId="ADAL" clId="{57E7E9CA-01DE-4AF1-A5FF-3DA33D0B3F6D}" dt="2023-10-15T19:33:15.847" v="1279" actId="478"/>
          <ac:spMkLst>
            <pc:docMk/>
            <pc:sldMk cId="1514961065" sldId="301"/>
            <ac:spMk id="7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09:44.195" v="879" actId="313"/>
          <ac:spMkLst>
            <pc:docMk/>
            <pc:sldMk cId="1514961065" sldId="301"/>
            <ac:spMk id="9" creationId="{00000000-0000-0000-0000-000000000000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04:45.734" v="855" actId="12789"/>
        <pc:sldMkLst>
          <pc:docMk/>
          <pc:sldMk cId="4287302540" sldId="303"/>
        </pc:sldMkLst>
        <pc:spChg chg="add del mod">
          <ac:chgData name="CRISTIAN AUGUSTO ALONSO" userId="8bd297f2-7fb0-4884-a89f-a644fef730f4" providerId="ADAL" clId="{57E7E9CA-01DE-4AF1-A5FF-3DA33D0B3F6D}" dt="2023-10-15T19:02:35.672" v="841" actId="478"/>
          <ac:spMkLst>
            <pc:docMk/>
            <pc:sldMk cId="4287302540" sldId="303"/>
            <ac:spMk id="3" creationId="{43A979A8-3A8E-4A9F-A631-7424CA4C7402}"/>
          </ac:spMkLst>
        </pc:spChg>
        <pc:spChg chg="add mod ord">
          <ac:chgData name="CRISTIAN AUGUSTO ALONSO" userId="8bd297f2-7fb0-4884-a89f-a644fef730f4" providerId="ADAL" clId="{57E7E9CA-01DE-4AF1-A5FF-3DA33D0B3F6D}" dt="2023-10-15T19:03:20.419" v="843" actId="167"/>
          <ac:spMkLst>
            <pc:docMk/>
            <pc:sldMk cId="4287302540" sldId="303"/>
            <ac:spMk id="4" creationId="{F8F660A4-E06C-1FAC-DD8F-A5F368BB46C4}"/>
          </ac:spMkLst>
        </pc:spChg>
        <pc:spChg chg="add mod">
          <ac:chgData name="CRISTIAN AUGUSTO ALONSO" userId="8bd297f2-7fb0-4884-a89f-a644fef730f4" providerId="ADAL" clId="{57E7E9CA-01DE-4AF1-A5FF-3DA33D0B3F6D}" dt="2023-10-15T19:02:39.757" v="842"/>
          <ac:spMkLst>
            <pc:docMk/>
            <pc:sldMk cId="4287302540" sldId="303"/>
            <ac:spMk id="5" creationId="{A56D296F-DB36-9EC6-C926-A1C57E6C4883}"/>
          </ac:spMkLst>
        </pc:spChg>
        <pc:spChg chg="add mod">
          <ac:chgData name="CRISTIAN AUGUSTO ALONSO" userId="8bd297f2-7fb0-4884-a89f-a644fef730f4" providerId="ADAL" clId="{57E7E9CA-01DE-4AF1-A5FF-3DA33D0B3F6D}" dt="2023-10-15T19:02:39.757" v="842"/>
          <ac:spMkLst>
            <pc:docMk/>
            <pc:sldMk cId="4287302540" sldId="303"/>
            <ac:spMk id="6" creationId="{E3CA8247-0E4C-C62B-FFF0-D4FAAB96929B}"/>
          </ac:spMkLst>
        </pc:spChg>
        <pc:spChg chg="del">
          <ac:chgData name="CRISTIAN AUGUSTO ALONSO" userId="8bd297f2-7fb0-4884-a89f-a644fef730f4" providerId="ADAL" clId="{57E7E9CA-01DE-4AF1-A5FF-3DA33D0B3F6D}" dt="2023-10-15T19:02:32.890" v="840" actId="478"/>
          <ac:spMkLst>
            <pc:docMk/>
            <pc:sldMk cId="4287302540" sldId="303"/>
            <ac:spMk id="5123" creationId="{00000000-0000-0000-0000-000000000000}"/>
          </ac:spMkLst>
        </pc:spChg>
        <pc:picChg chg="add mod">
          <ac:chgData name="CRISTIAN AUGUSTO ALONSO" userId="8bd297f2-7fb0-4884-a89f-a644fef730f4" providerId="ADAL" clId="{57E7E9CA-01DE-4AF1-A5FF-3DA33D0B3F6D}" dt="2023-10-15T19:04:45.734" v="855" actId="12789"/>
          <ac:picMkLst>
            <pc:docMk/>
            <pc:sldMk cId="4287302540" sldId="303"/>
            <ac:picMk id="7" creationId="{D153366A-8759-2C3C-3FB6-0AF5A965534B}"/>
          </ac:picMkLst>
        </pc:picChg>
        <pc:picChg chg="mod">
          <ac:chgData name="CRISTIAN AUGUSTO ALONSO" userId="8bd297f2-7fb0-4884-a89f-a644fef730f4" providerId="ADAL" clId="{57E7E9CA-01DE-4AF1-A5FF-3DA33D0B3F6D}" dt="2023-10-15T19:04:45.734" v="855" actId="12789"/>
          <ac:picMkLst>
            <pc:docMk/>
            <pc:sldMk cId="4287302540" sldId="303"/>
            <ac:picMk id="5124" creationId="{00000000-0000-0000-0000-000000000000}"/>
          </ac:picMkLst>
        </pc:picChg>
        <pc:picChg chg="del">
          <ac:chgData name="CRISTIAN AUGUSTO ALONSO" userId="8bd297f2-7fb0-4884-a89f-a644fef730f4" providerId="ADAL" clId="{57E7E9CA-01DE-4AF1-A5FF-3DA33D0B3F6D}" dt="2023-10-15T19:03:21.822" v="844" actId="478"/>
          <ac:picMkLst>
            <pc:docMk/>
            <pc:sldMk cId="4287302540" sldId="303"/>
            <ac:picMk id="5125" creationId="{00000000-0000-0000-0000-000000000000}"/>
          </ac:picMkLst>
        </pc:picChg>
      </pc:sldChg>
      <pc:sldChg chg="addSp delSp modSp mod">
        <pc:chgData name="CRISTIAN AUGUSTO ALONSO" userId="8bd297f2-7fb0-4884-a89f-a644fef730f4" providerId="ADAL" clId="{57E7E9CA-01DE-4AF1-A5FF-3DA33D0B3F6D}" dt="2023-10-15T19:33:29.627" v="1288"/>
        <pc:sldMkLst>
          <pc:docMk/>
          <pc:sldMk cId="1862749323" sldId="304"/>
        </pc:sldMkLst>
        <pc:spChg chg="mod">
          <ac:chgData name="CRISTIAN AUGUSTO ALONSO" userId="8bd297f2-7fb0-4884-a89f-a644fef730f4" providerId="ADAL" clId="{57E7E9CA-01DE-4AF1-A5FF-3DA33D0B3F6D}" dt="2023-10-15T19:11:18.401" v="881" actId="790"/>
          <ac:spMkLst>
            <pc:docMk/>
            <pc:sldMk cId="1862749323" sldId="304"/>
            <ac:spMk id="2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3:29.627" v="1288"/>
          <ac:spMkLst>
            <pc:docMk/>
            <pc:sldMk cId="1862749323" sldId="304"/>
            <ac:spMk id="4" creationId="{F43192D9-0F82-A7AE-06D2-3FDC1162A3B4}"/>
          </ac:spMkLst>
        </pc:spChg>
        <pc:spChg chg="add mod">
          <ac:chgData name="CRISTIAN AUGUSTO ALONSO" userId="8bd297f2-7fb0-4884-a89f-a644fef730f4" providerId="ADAL" clId="{57E7E9CA-01DE-4AF1-A5FF-3DA33D0B3F6D}" dt="2023-10-15T19:33:29.627" v="1288"/>
          <ac:spMkLst>
            <pc:docMk/>
            <pc:sldMk cId="1862749323" sldId="304"/>
            <ac:spMk id="5" creationId="{D7AD8246-E648-E145-E932-30A1FAFE3DD0}"/>
          </ac:spMkLst>
        </pc:spChg>
        <pc:spChg chg="del">
          <ac:chgData name="CRISTIAN AUGUSTO ALONSO" userId="8bd297f2-7fb0-4884-a89f-a644fef730f4" providerId="ADAL" clId="{57E7E9CA-01DE-4AF1-A5FF-3DA33D0B3F6D}" dt="2023-10-15T19:33:29.295" v="1287" actId="478"/>
          <ac:spMkLst>
            <pc:docMk/>
            <pc:sldMk cId="1862749323" sldId="304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3:29.295" v="1287" actId="478"/>
          <ac:spMkLst>
            <pc:docMk/>
            <pc:sldMk cId="1862749323" sldId="304"/>
            <ac:spMk id="7" creationId="{28F056C0-7AAF-4EEA-A4CB-BE00AE9CDEED}"/>
          </ac:spMkLst>
        </pc:spChg>
        <pc:spChg chg="del">
          <ac:chgData name="CRISTIAN AUGUSTO ALONSO" userId="8bd297f2-7fb0-4884-a89f-a644fef730f4" providerId="ADAL" clId="{57E7E9CA-01DE-4AF1-A5FF-3DA33D0B3F6D}" dt="2023-10-15T19:33:29.295" v="1287" actId="478"/>
          <ac:spMkLst>
            <pc:docMk/>
            <pc:sldMk cId="1862749323" sldId="304"/>
            <ac:spMk id="8" creationId="{4F5FC031-E8F9-4F4F-A204-DA95A78D7F57}"/>
          </ac:spMkLst>
        </pc:spChg>
        <pc:spChg chg="add mod">
          <ac:chgData name="CRISTIAN AUGUSTO ALONSO" userId="8bd297f2-7fb0-4884-a89f-a644fef730f4" providerId="ADAL" clId="{57E7E9CA-01DE-4AF1-A5FF-3DA33D0B3F6D}" dt="2023-10-15T19:33:29.627" v="1288"/>
          <ac:spMkLst>
            <pc:docMk/>
            <pc:sldMk cId="1862749323" sldId="304"/>
            <ac:spMk id="9" creationId="{33E006C3-5F7E-B743-1EB1-9A9BDC5CC54B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26.099" v="1286"/>
        <pc:sldMkLst>
          <pc:docMk/>
          <pc:sldMk cId="2867992517" sldId="305"/>
        </pc:sldMkLst>
        <pc:spChg chg="mod">
          <ac:chgData name="CRISTIAN AUGUSTO ALONSO" userId="8bd297f2-7fb0-4884-a89f-a644fef730f4" providerId="ADAL" clId="{57E7E9CA-01DE-4AF1-A5FF-3DA33D0B3F6D}" dt="2023-10-15T19:06:43.731" v="858" actId="20577"/>
          <ac:spMkLst>
            <pc:docMk/>
            <pc:sldMk cId="2867992517" sldId="305"/>
            <ac:spMk id="2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8:41:05.209" v="4" actId="20577"/>
          <ac:spMkLst>
            <pc:docMk/>
            <pc:sldMk cId="2867992517" sldId="305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3:26.099" v="1286"/>
          <ac:spMkLst>
            <pc:docMk/>
            <pc:sldMk cId="2867992517" sldId="305"/>
            <ac:spMk id="4" creationId="{481D2D48-BDE1-22A3-650B-36F2E6C8C99F}"/>
          </ac:spMkLst>
        </pc:spChg>
        <pc:spChg chg="add mod">
          <ac:chgData name="CRISTIAN AUGUSTO ALONSO" userId="8bd297f2-7fb0-4884-a89f-a644fef730f4" providerId="ADAL" clId="{57E7E9CA-01DE-4AF1-A5FF-3DA33D0B3F6D}" dt="2023-10-15T19:33:26.099" v="1286"/>
          <ac:spMkLst>
            <pc:docMk/>
            <pc:sldMk cId="2867992517" sldId="305"/>
            <ac:spMk id="5" creationId="{3FD8195B-1584-CA62-69E4-ED55F0528EF4}"/>
          </ac:spMkLst>
        </pc:spChg>
        <pc:spChg chg="del">
          <ac:chgData name="CRISTIAN AUGUSTO ALONSO" userId="8bd297f2-7fb0-4884-a89f-a644fef730f4" providerId="ADAL" clId="{57E7E9CA-01DE-4AF1-A5FF-3DA33D0B3F6D}" dt="2023-10-15T19:33:25.807" v="1285" actId="478"/>
          <ac:spMkLst>
            <pc:docMk/>
            <pc:sldMk cId="2867992517" sldId="305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3:25.807" v="1285" actId="478"/>
          <ac:spMkLst>
            <pc:docMk/>
            <pc:sldMk cId="2867992517" sldId="305"/>
            <ac:spMk id="7" creationId="{5F6ED6A2-40D8-44BD-9E88-CC3A6FF4F7A6}"/>
          </ac:spMkLst>
        </pc:spChg>
        <pc:spChg chg="del">
          <ac:chgData name="CRISTIAN AUGUSTO ALONSO" userId="8bd297f2-7fb0-4884-a89f-a644fef730f4" providerId="ADAL" clId="{57E7E9CA-01DE-4AF1-A5FF-3DA33D0B3F6D}" dt="2023-10-15T19:33:25.807" v="1285" actId="478"/>
          <ac:spMkLst>
            <pc:docMk/>
            <pc:sldMk cId="2867992517" sldId="305"/>
            <ac:spMk id="8" creationId="{7724F467-57F0-434E-A1CA-79ACBE111E9F}"/>
          </ac:spMkLst>
        </pc:spChg>
        <pc:spChg chg="add mod">
          <ac:chgData name="CRISTIAN AUGUSTO ALONSO" userId="8bd297f2-7fb0-4884-a89f-a644fef730f4" providerId="ADAL" clId="{57E7E9CA-01DE-4AF1-A5FF-3DA33D0B3F6D}" dt="2023-10-15T19:33:26.099" v="1286"/>
          <ac:spMkLst>
            <pc:docMk/>
            <pc:sldMk cId="2867992517" sldId="305"/>
            <ac:spMk id="9" creationId="{00FE4794-9448-0FAE-F26D-35E4587235FB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52.543" v="1268"/>
        <pc:sldMkLst>
          <pc:docMk/>
          <pc:sldMk cId="3497488598" sldId="307"/>
        </pc:sldMkLst>
        <pc:spChg chg="mod">
          <ac:chgData name="CRISTIAN AUGUSTO ALONSO" userId="8bd297f2-7fb0-4884-a89f-a644fef730f4" providerId="ADAL" clId="{57E7E9CA-01DE-4AF1-A5FF-3DA33D0B3F6D}" dt="2023-10-15T19:08:59.206" v="871" actId="20577"/>
          <ac:spMkLst>
            <pc:docMk/>
            <pc:sldMk cId="3497488598" sldId="307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52.543" v="1268"/>
          <ac:spMkLst>
            <pc:docMk/>
            <pc:sldMk cId="3497488598" sldId="307"/>
            <ac:spMk id="4" creationId="{45CDFA0F-5590-F4D4-0890-31C17953E4AF}"/>
          </ac:spMkLst>
        </pc:spChg>
        <pc:spChg chg="add mod">
          <ac:chgData name="CRISTIAN AUGUSTO ALONSO" userId="8bd297f2-7fb0-4884-a89f-a644fef730f4" providerId="ADAL" clId="{57E7E9CA-01DE-4AF1-A5FF-3DA33D0B3F6D}" dt="2023-10-15T19:32:52.543" v="1268"/>
          <ac:spMkLst>
            <pc:docMk/>
            <pc:sldMk cId="3497488598" sldId="307"/>
            <ac:spMk id="5" creationId="{959195E1-6739-E32B-5116-D6C1C31BB088}"/>
          </ac:spMkLst>
        </pc:spChg>
        <pc:spChg chg="del">
          <ac:chgData name="CRISTIAN AUGUSTO ALONSO" userId="8bd297f2-7fb0-4884-a89f-a644fef730f4" providerId="ADAL" clId="{57E7E9CA-01DE-4AF1-A5FF-3DA33D0B3F6D}" dt="2023-10-15T19:32:52.242" v="1267" actId="478"/>
          <ac:spMkLst>
            <pc:docMk/>
            <pc:sldMk cId="3497488598" sldId="307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52.242" v="1267" actId="478"/>
          <ac:spMkLst>
            <pc:docMk/>
            <pc:sldMk cId="3497488598" sldId="307"/>
            <ac:spMk id="7" creationId="{8BF25682-259C-4CAF-A915-0AD3B72D1A73}"/>
          </ac:spMkLst>
        </pc:spChg>
        <pc:spChg chg="del">
          <ac:chgData name="CRISTIAN AUGUSTO ALONSO" userId="8bd297f2-7fb0-4884-a89f-a644fef730f4" providerId="ADAL" clId="{57E7E9CA-01DE-4AF1-A5FF-3DA33D0B3F6D}" dt="2023-10-15T19:32:52.242" v="1267" actId="478"/>
          <ac:spMkLst>
            <pc:docMk/>
            <pc:sldMk cId="3497488598" sldId="307"/>
            <ac:spMk id="8" creationId="{EF18EE32-7E9E-47BA-93C5-7FF5E3EDD736}"/>
          </ac:spMkLst>
        </pc:spChg>
        <pc:spChg chg="add mod">
          <ac:chgData name="CRISTIAN AUGUSTO ALONSO" userId="8bd297f2-7fb0-4884-a89f-a644fef730f4" providerId="ADAL" clId="{57E7E9CA-01DE-4AF1-A5FF-3DA33D0B3F6D}" dt="2023-10-15T19:32:52.543" v="1268"/>
          <ac:spMkLst>
            <pc:docMk/>
            <pc:sldMk cId="3497488598" sldId="307"/>
            <ac:spMk id="9" creationId="{5A2C128D-C48A-5145-83B3-C65C49B3FA7A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22.692" v="1284"/>
        <pc:sldMkLst>
          <pc:docMk/>
          <pc:sldMk cId="3650131638" sldId="308"/>
        </pc:sldMkLst>
        <pc:spChg chg="mod">
          <ac:chgData name="CRISTIAN AUGUSTO ALONSO" userId="8bd297f2-7fb0-4884-a89f-a644fef730f4" providerId="ADAL" clId="{57E7E9CA-01DE-4AF1-A5FF-3DA33D0B3F6D}" dt="2023-10-15T19:06:40.478" v="857" actId="20577"/>
          <ac:spMkLst>
            <pc:docMk/>
            <pc:sldMk cId="3650131638" sldId="308"/>
            <ac:spMk id="2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3:22.692" v="1284"/>
          <ac:spMkLst>
            <pc:docMk/>
            <pc:sldMk cId="3650131638" sldId="308"/>
            <ac:spMk id="4" creationId="{9854C53A-0021-C9B3-8A16-31A41433D6CF}"/>
          </ac:spMkLst>
        </pc:spChg>
        <pc:spChg chg="add mod">
          <ac:chgData name="CRISTIAN AUGUSTO ALONSO" userId="8bd297f2-7fb0-4884-a89f-a644fef730f4" providerId="ADAL" clId="{57E7E9CA-01DE-4AF1-A5FF-3DA33D0B3F6D}" dt="2023-10-15T19:33:22.692" v="1284"/>
          <ac:spMkLst>
            <pc:docMk/>
            <pc:sldMk cId="3650131638" sldId="308"/>
            <ac:spMk id="5" creationId="{25F69175-D925-B6D0-F208-3C9D937F86E8}"/>
          </ac:spMkLst>
        </pc:spChg>
        <pc:spChg chg="del">
          <ac:chgData name="CRISTIAN AUGUSTO ALONSO" userId="8bd297f2-7fb0-4884-a89f-a644fef730f4" providerId="ADAL" clId="{57E7E9CA-01DE-4AF1-A5FF-3DA33D0B3F6D}" dt="2023-10-15T19:33:22.407" v="1283" actId="478"/>
          <ac:spMkLst>
            <pc:docMk/>
            <pc:sldMk cId="3650131638" sldId="308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3:22.407" v="1283" actId="478"/>
          <ac:spMkLst>
            <pc:docMk/>
            <pc:sldMk cId="3650131638" sldId="308"/>
            <ac:spMk id="7" creationId="{46287DB5-D026-446A-8304-15CD099AB54A}"/>
          </ac:spMkLst>
        </pc:spChg>
        <pc:spChg chg="del">
          <ac:chgData name="CRISTIAN AUGUSTO ALONSO" userId="8bd297f2-7fb0-4884-a89f-a644fef730f4" providerId="ADAL" clId="{57E7E9CA-01DE-4AF1-A5FF-3DA33D0B3F6D}" dt="2023-10-15T19:33:22.407" v="1283" actId="478"/>
          <ac:spMkLst>
            <pc:docMk/>
            <pc:sldMk cId="3650131638" sldId="308"/>
            <ac:spMk id="8" creationId="{60DD9779-18E7-46F2-9DF8-1F8E8CA771CB}"/>
          </ac:spMkLst>
        </pc:spChg>
        <pc:spChg chg="add mod">
          <ac:chgData name="CRISTIAN AUGUSTO ALONSO" userId="8bd297f2-7fb0-4884-a89f-a644fef730f4" providerId="ADAL" clId="{57E7E9CA-01DE-4AF1-A5FF-3DA33D0B3F6D}" dt="2023-10-15T19:33:22.692" v="1284"/>
          <ac:spMkLst>
            <pc:docMk/>
            <pc:sldMk cId="3650131638" sldId="308"/>
            <ac:spMk id="9" creationId="{56CD0277-2C40-D289-F7E9-C64698616547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19.627" v="1282"/>
        <pc:sldMkLst>
          <pc:docMk/>
          <pc:sldMk cId="790375911" sldId="309"/>
        </pc:sldMkLst>
        <pc:spChg chg="del">
          <ac:chgData name="CRISTIAN AUGUSTO ALONSO" userId="8bd297f2-7fb0-4884-a89f-a644fef730f4" providerId="ADAL" clId="{57E7E9CA-01DE-4AF1-A5FF-3DA33D0B3F6D}" dt="2023-10-15T19:33:19.334" v="1281" actId="478"/>
          <ac:spMkLst>
            <pc:docMk/>
            <pc:sldMk cId="790375911" sldId="309"/>
            <ac:spMk id="2" creationId="{D1B4DA3E-AE91-4F0A-B6DC-1271855035E4}"/>
          </ac:spMkLst>
        </pc:spChg>
        <pc:spChg chg="del">
          <ac:chgData name="CRISTIAN AUGUSTO ALONSO" userId="8bd297f2-7fb0-4884-a89f-a644fef730f4" providerId="ADAL" clId="{57E7E9CA-01DE-4AF1-A5FF-3DA33D0B3F6D}" dt="2023-10-15T19:33:19.334" v="1281" actId="478"/>
          <ac:spMkLst>
            <pc:docMk/>
            <pc:sldMk cId="790375911" sldId="309"/>
            <ac:spMk id="3" creationId="{BFB6D0FA-6585-4B4E-BEC4-745A859071FB}"/>
          </ac:spMkLst>
        </pc:spChg>
        <pc:spChg chg="add mod">
          <ac:chgData name="CRISTIAN AUGUSTO ALONSO" userId="8bd297f2-7fb0-4884-a89f-a644fef730f4" providerId="ADAL" clId="{57E7E9CA-01DE-4AF1-A5FF-3DA33D0B3F6D}" dt="2023-10-15T19:33:19.627" v="1282"/>
          <ac:spMkLst>
            <pc:docMk/>
            <pc:sldMk cId="790375911" sldId="309"/>
            <ac:spMk id="4" creationId="{EBE0F0D8-1E75-5B9B-A840-3EB485054AAD}"/>
          </ac:spMkLst>
        </pc:spChg>
        <pc:spChg chg="add mod">
          <ac:chgData name="CRISTIAN AUGUSTO ALONSO" userId="8bd297f2-7fb0-4884-a89f-a644fef730f4" providerId="ADAL" clId="{57E7E9CA-01DE-4AF1-A5FF-3DA33D0B3F6D}" dt="2023-10-15T19:33:19.627" v="1282"/>
          <ac:spMkLst>
            <pc:docMk/>
            <pc:sldMk cId="790375911" sldId="309"/>
            <ac:spMk id="5" creationId="{BBD47362-8A87-1E23-EB4A-7FA3EF89233C}"/>
          </ac:spMkLst>
        </pc:spChg>
        <pc:spChg chg="add mod">
          <ac:chgData name="CRISTIAN AUGUSTO ALONSO" userId="8bd297f2-7fb0-4884-a89f-a644fef730f4" providerId="ADAL" clId="{57E7E9CA-01DE-4AF1-A5FF-3DA33D0B3F6D}" dt="2023-10-15T19:33:19.627" v="1282"/>
          <ac:spMkLst>
            <pc:docMk/>
            <pc:sldMk cId="790375911" sldId="309"/>
            <ac:spMk id="6" creationId="{719BA528-90DF-3532-BBDA-B99028AF265F}"/>
          </ac:spMkLst>
        </pc:spChg>
        <pc:spChg chg="del">
          <ac:chgData name="CRISTIAN AUGUSTO ALONSO" userId="8bd297f2-7fb0-4884-a89f-a644fef730f4" providerId="ADAL" clId="{57E7E9CA-01DE-4AF1-A5FF-3DA33D0B3F6D}" dt="2023-10-15T19:33:19.334" v="1281" actId="478"/>
          <ac:spMkLst>
            <pc:docMk/>
            <pc:sldMk cId="790375911" sldId="309"/>
            <ac:spMk id="7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13:09.012" v="899" actId="20577"/>
          <ac:spMkLst>
            <pc:docMk/>
            <pc:sldMk cId="790375911" sldId="309"/>
            <ac:spMk id="9" creationId="{00000000-0000-0000-0000-000000000000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06.569" v="1276"/>
        <pc:sldMkLst>
          <pc:docMk/>
          <pc:sldMk cId="2569524893" sldId="310"/>
        </pc:sldMkLst>
        <pc:spChg chg="del">
          <ac:chgData name="CRISTIAN AUGUSTO ALONSO" userId="8bd297f2-7fb0-4884-a89f-a644fef730f4" providerId="ADAL" clId="{57E7E9CA-01DE-4AF1-A5FF-3DA33D0B3F6D}" dt="2023-10-15T19:33:06.268" v="1275" actId="478"/>
          <ac:spMkLst>
            <pc:docMk/>
            <pc:sldMk cId="2569524893" sldId="310"/>
            <ac:spMk id="2" creationId="{15D4873B-8F55-4230-82C0-4F4BD8E300A3}"/>
          </ac:spMkLst>
        </pc:spChg>
        <pc:spChg chg="del">
          <ac:chgData name="CRISTIAN AUGUSTO ALONSO" userId="8bd297f2-7fb0-4884-a89f-a644fef730f4" providerId="ADAL" clId="{57E7E9CA-01DE-4AF1-A5FF-3DA33D0B3F6D}" dt="2023-10-15T19:33:06.268" v="1275" actId="478"/>
          <ac:spMkLst>
            <pc:docMk/>
            <pc:sldMk cId="2569524893" sldId="310"/>
            <ac:spMk id="3" creationId="{CFF509EA-288C-427A-867D-50213F2FF215}"/>
          </ac:spMkLst>
        </pc:spChg>
        <pc:spChg chg="add mod">
          <ac:chgData name="CRISTIAN AUGUSTO ALONSO" userId="8bd297f2-7fb0-4884-a89f-a644fef730f4" providerId="ADAL" clId="{57E7E9CA-01DE-4AF1-A5FF-3DA33D0B3F6D}" dt="2023-10-15T19:33:06.569" v="1276"/>
          <ac:spMkLst>
            <pc:docMk/>
            <pc:sldMk cId="2569524893" sldId="310"/>
            <ac:spMk id="4" creationId="{AA6E647A-A7A3-6CEE-73D5-6ACF8A3C3CE7}"/>
          </ac:spMkLst>
        </pc:spChg>
        <pc:spChg chg="add mod">
          <ac:chgData name="CRISTIAN AUGUSTO ALONSO" userId="8bd297f2-7fb0-4884-a89f-a644fef730f4" providerId="ADAL" clId="{57E7E9CA-01DE-4AF1-A5FF-3DA33D0B3F6D}" dt="2023-10-15T19:33:06.569" v="1276"/>
          <ac:spMkLst>
            <pc:docMk/>
            <pc:sldMk cId="2569524893" sldId="310"/>
            <ac:spMk id="5" creationId="{5F1B57DB-CC64-8E78-8B8E-825BD1F0F555}"/>
          </ac:spMkLst>
        </pc:spChg>
        <pc:spChg chg="add mod">
          <ac:chgData name="CRISTIAN AUGUSTO ALONSO" userId="8bd297f2-7fb0-4884-a89f-a644fef730f4" providerId="ADAL" clId="{57E7E9CA-01DE-4AF1-A5FF-3DA33D0B3F6D}" dt="2023-10-15T19:33:06.569" v="1276"/>
          <ac:spMkLst>
            <pc:docMk/>
            <pc:sldMk cId="2569524893" sldId="310"/>
            <ac:spMk id="6" creationId="{E5C7011E-CE5A-5775-1B66-7742C0E7E586}"/>
          </ac:spMkLst>
        </pc:spChg>
        <pc:spChg chg="del">
          <ac:chgData name="CRISTIAN AUGUSTO ALONSO" userId="8bd297f2-7fb0-4884-a89f-a644fef730f4" providerId="ADAL" clId="{57E7E9CA-01DE-4AF1-A5FF-3DA33D0B3F6D}" dt="2023-10-15T19:33:06.268" v="1275" actId="478"/>
          <ac:spMkLst>
            <pc:docMk/>
            <pc:sldMk cId="2569524893" sldId="310"/>
            <ac:spMk id="7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07:05.223" v="859" actId="33524"/>
          <ac:spMkLst>
            <pc:docMk/>
            <pc:sldMk cId="2569524893" sldId="310"/>
            <ac:spMk id="9" creationId="{00000000-0000-0000-0000-000000000000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3:03.161" v="1274"/>
        <pc:sldMkLst>
          <pc:docMk/>
          <pc:sldMk cId="3793918812" sldId="311"/>
        </pc:sldMkLst>
        <pc:spChg chg="del">
          <ac:chgData name="CRISTIAN AUGUSTO ALONSO" userId="8bd297f2-7fb0-4884-a89f-a644fef730f4" providerId="ADAL" clId="{57E7E9CA-01DE-4AF1-A5FF-3DA33D0B3F6D}" dt="2023-10-15T19:33:02.866" v="1273" actId="478"/>
          <ac:spMkLst>
            <pc:docMk/>
            <pc:sldMk cId="3793918812" sldId="311"/>
            <ac:spMk id="2" creationId="{B2198294-CDF3-4EDC-ADDB-02BB5DCDB91B}"/>
          </ac:spMkLst>
        </pc:spChg>
        <pc:spChg chg="del">
          <ac:chgData name="CRISTIAN AUGUSTO ALONSO" userId="8bd297f2-7fb0-4884-a89f-a644fef730f4" providerId="ADAL" clId="{57E7E9CA-01DE-4AF1-A5FF-3DA33D0B3F6D}" dt="2023-10-15T19:33:02.866" v="1273" actId="478"/>
          <ac:spMkLst>
            <pc:docMk/>
            <pc:sldMk cId="3793918812" sldId="311"/>
            <ac:spMk id="3" creationId="{C2541806-BD07-404E-B466-3864AE86CDE7}"/>
          </ac:spMkLst>
        </pc:spChg>
        <pc:spChg chg="add mod">
          <ac:chgData name="CRISTIAN AUGUSTO ALONSO" userId="8bd297f2-7fb0-4884-a89f-a644fef730f4" providerId="ADAL" clId="{57E7E9CA-01DE-4AF1-A5FF-3DA33D0B3F6D}" dt="2023-10-15T19:33:03.161" v="1274"/>
          <ac:spMkLst>
            <pc:docMk/>
            <pc:sldMk cId="3793918812" sldId="311"/>
            <ac:spMk id="4" creationId="{C7996E4C-7454-9179-EEFB-908F9C29106E}"/>
          </ac:spMkLst>
        </pc:spChg>
        <pc:spChg chg="add mod">
          <ac:chgData name="CRISTIAN AUGUSTO ALONSO" userId="8bd297f2-7fb0-4884-a89f-a644fef730f4" providerId="ADAL" clId="{57E7E9CA-01DE-4AF1-A5FF-3DA33D0B3F6D}" dt="2023-10-15T19:33:03.161" v="1274"/>
          <ac:spMkLst>
            <pc:docMk/>
            <pc:sldMk cId="3793918812" sldId="311"/>
            <ac:spMk id="5" creationId="{93F39F9C-49FA-E9EC-9763-E09A189B0B4B}"/>
          </ac:spMkLst>
        </pc:spChg>
        <pc:spChg chg="add mod">
          <ac:chgData name="CRISTIAN AUGUSTO ALONSO" userId="8bd297f2-7fb0-4884-a89f-a644fef730f4" providerId="ADAL" clId="{57E7E9CA-01DE-4AF1-A5FF-3DA33D0B3F6D}" dt="2023-10-15T19:33:03.161" v="1274"/>
          <ac:spMkLst>
            <pc:docMk/>
            <pc:sldMk cId="3793918812" sldId="311"/>
            <ac:spMk id="6" creationId="{C7A7A84F-96BB-D509-5DDA-14F56DAC87D2}"/>
          </ac:spMkLst>
        </pc:spChg>
        <pc:spChg chg="del">
          <ac:chgData name="CRISTIAN AUGUSTO ALONSO" userId="8bd297f2-7fb0-4884-a89f-a644fef730f4" providerId="ADAL" clId="{57E7E9CA-01DE-4AF1-A5FF-3DA33D0B3F6D}" dt="2023-10-15T19:33:02.866" v="1273" actId="478"/>
          <ac:spMkLst>
            <pc:docMk/>
            <pc:sldMk cId="3793918812" sldId="311"/>
            <ac:spMk id="7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13:47.890" v="904" actId="20577"/>
          <ac:spMkLst>
            <pc:docMk/>
            <pc:sldMk cId="3793918812" sldId="311"/>
            <ac:spMk id="9" creationId="{00000000-0000-0000-0000-000000000000}"/>
          </ac:spMkLst>
        </pc:spChg>
      </pc:sldChg>
      <pc:sldChg chg="del">
        <pc:chgData name="CRISTIAN AUGUSTO ALONSO" userId="8bd297f2-7fb0-4884-a89f-a644fef730f4" providerId="ADAL" clId="{57E7E9CA-01DE-4AF1-A5FF-3DA33D0B3F6D}" dt="2023-10-15T19:08:04.773" v="866" actId="47"/>
        <pc:sldMkLst>
          <pc:docMk/>
          <pc:sldMk cId="1437809772" sldId="312"/>
        </pc:sldMkLst>
      </pc:sldChg>
      <pc:sldChg chg="addSp delSp modSp mod">
        <pc:chgData name="CRISTIAN AUGUSTO ALONSO" userId="8bd297f2-7fb0-4884-a89f-a644fef730f4" providerId="ADAL" clId="{57E7E9CA-01DE-4AF1-A5FF-3DA33D0B3F6D}" dt="2023-10-15T19:32:55.760" v="1270"/>
        <pc:sldMkLst>
          <pc:docMk/>
          <pc:sldMk cId="4104833957" sldId="313"/>
        </pc:sldMkLst>
        <pc:spChg chg="mod">
          <ac:chgData name="CRISTIAN AUGUSTO ALONSO" userId="8bd297f2-7fb0-4884-a89f-a644fef730f4" providerId="ADAL" clId="{57E7E9CA-01DE-4AF1-A5FF-3DA33D0B3F6D}" dt="2023-10-15T19:14:38.577" v="907" actId="20577"/>
          <ac:spMkLst>
            <pc:docMk/>
            <pc:sldMk cId="4104833957" sldId="313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55.760" v="1270"/>
          <ac:spMkLst>
            <pc:docMk/>
            <pc:sldMk cId="4104833957" sldId="313"/>
            <ac:spMk id="4" creationId="{C2AACB10-5342-62AA-C0E9-5782FDA1D854}"/>
          </ac:spMkLst>
        </pc:spChg>
        <pc:spChg chg="add mod">
          <ac:chgData name="CRISTIAN AUGUSTO ALONSO" userId="8bd297f2-7fb0-4884-a89f-a644fef730f4" providerId="ADAL" clId="{57E7E9CA-01DE-4AF1-A5FF-3DA33D0B3F6D}" dt="2023-10-15T19:32:55.760" v="1270"/>
          <ac:spMkLst>
            <pc:docMk/>
            <pc:sldMk cId="4104833957" sldId="313"/>
            <ac:spMk id="5" creationId="{6F902AD0-1B7D-6EDA-ED7C-02B3F54A0D18}"/>
          </ac:spMkLst>
        </pc:spChg>
        <pc:spChg chg="del">
          <ac:chgData name="CRISTIAN AUGUSTO ALONSO" userId="8bd297f2-7fb0-4884-a89f-a644fef730f4" providerId="ADAL" clId="{57E7E9CA-01DE-4AF1-A5FF-3DA33D0B3F6D}" dt="2023-10-15T19:32:55.434" v="1269" actId="478"/>
          <ac:spMkLst>
            <pc:docMk/>
            <pc:sldMk cId="4104833957" sldId="313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55.434" v="1269" actId="478"/>
          <ac:spMkLst>
            <pc:docMk/>
            <pc:sldMk cId="4104833957" sldId="313"/>
            <ac:spMk id="7" creationId="{D630CA03-4935-4FBF-8F6F-A15C94745C48}"/>
          </ac:spMkLst>
        </pc:spChg>
        <pc:spChg chg="del">
          <ac:chgData name="CRISTIAN AUGUSTO ALONSO" userId="8bd297f2-7fb0-4884-a89f-a644fef730f4" providerId="ADAL" clId="{57E7E9CA-01DE-4AF1-A5FF-3DA33D0B3F6D}" dt="2023-10-15T19:32:55.434" v="1269" actId="478"/>
          <ac:spMkLst>
            <pc:docMk/>
            <pc:sldMk cId="4104833957" sldId="313"/>
            <ac:spMk id="8" creationId="{7E830611-92D7-4C85-B0C8-3666E269FAE5}"/>
          </ac:spMkLst>
        </pc:spChg>
        <pc:spChg chg="add mod">
          <ac:chgData name="CRISTIAN AUGUSTO ALONSO" userId="8bd297f2-7fb0-4884-a89f-a644fef730f4" providerId="ADAL" clId="{57E7E9CA-01DE-4AF1-A5FF-3DA33D0B3F6D}" dt="2023-10-15T19:32:55.760" v="1270"/>
          <ac:spMkLst>
            <pc:docMk/>
            <pc:sldMk cId="4104833957" sldId="313"/>
            <ac:spMk id="9" creationId="{4EC7F690-4BE6-6A71-F6CC-940DAFD659E2}"/>
          </ac:spMkLst>
        </pc:spChg>
      </pc:sldChg>
      <pc:sldChg chg="addSp delSp modSp mod modNotesTx">
        <pc:chgData name="CRISTIAN AUGUSTO ALONSO" userId="8bd297f2-7fb0-4884-a89f-a644fef730f4" providerId="ADAL" clId="{57E7E9CA-01DE-4AF1-A5FF-3DA33D0B3F6D}" dt="2023-10-15T22:04:05.029" v="1343" actId="20577"/>
        <pc:sldMkLst>
          <pc:docMk/>
          <pc:sldMk cId="915709062" sldId="314"/>
        </pc:sldMkLst>
        <pc:spChg chg="mod">
          <ac:chgData name="CRISTIAN AUGUSTO ALONSO" userId="8bd297f2-7fb0-4884-a89f-a644fef730f4" providerId="ADAL" clId="{57E7E9CA-01DE-4AF1-A5FF-3DA33D0B3F6D}" dt="2023-10-15T18:52:08.143" v="226" actId="20577"/>
          <ac:spMkLst>
            <pc:docMk/>
            <pc:sldMk cId="915709062" sldId="314"/>
            <ac:spMk id="2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45.693" v="1264"/>
          <ac:spMkLst>
            <pc:docMk/>
            <pc:sldMk cId="915709062" sldId="314"/>
            <ac:spMk id="4" creationId="{7E415502-D7C3-5377-3933-43D7FBB7713E}"/>
          </ac:spMkLst>
        </pc:spChg>
        <pc:spChg chg="add mod">
          <ac:chgData name="CRISTIAN AUGUSTO ALONSO" userId="8bd297f2-7fb0-4884-a89f-a644fef730f4" providerId="ADAL" clId="{57E7E9CA-01DE-4AF1-A5FF-3DA33D0B3F6D}" dt="2023-10-15T19:32:45.693" v="1264"/>
          <ac:spMkLst>
            <pc:docMk/>
            <pc:sldMk cId="915709062" sldId="314"/>
            <ac:spMk id="5" creationId="{2897C17A-735C-D0D8-7E56-E6A117A37686}"/>
          </ac:spMkLst>
        </pc:spChg>
        <pc:spChg chg="del">
          <ac:chgData name="CRISTIAN AUGUSTO ALONSO" userId="8bd297f2-7fb0-4884-a89f-a644fef730f4" providerId="ADAL" clId="{57E7E9CA-01DE-4AF1-A5FF-3DA33D0B3F6D}" dt="2023-10-15T19:32:45.434" v="1263" actId="478"/>
          <ac:spMkLst>
            <pc:docMk/>
            <pc:sldMk cId="915709062" sldId="314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45.434" v="1263" actId="478"/>
          <ac:spMkLst>
            <pc:docMk/>
            <pc:sldMk cId="915709062" sldId="314"/>
            <ac:spMk id="7" creationId="{58FA584A-BB26-49B7-91A6-2E4F10D3C969}"/>
          </ac:spMkLst>
        </pc:spChg>
        <pc:spChg chg="del">
          <ac:chgData name="CRISTIAN AUGUSTO ALONSO" userId="8bd297f2-7fb0-4884-a89f-a644fef730f4" providerId="ADAL" clId="{57E7E9CA-01DE-4AF1-A5FF-3DA33D0B3F6D}" dt="2023-10-15T19:32:45.434" v="1263" actId="478"/>
          <ac:spMkLst>
            <pc:docMk/>
            <pc:sldMk cId="915709062" sldId="314"/>
            <ac:spMk id="8" creationId="{73D33226-D710-4050-BC10-7AEFD963EC84}"/>
          </ac:spMkLst>
        </pc:spChg>
        <pc:spChg chg="add mod">
          <ac:chgData name="CRISTIAN AUGUSTO ALONSO" userId="8bd297f2-7fb0-4884-a89f-a644fef730f4" providerId="ADAL" clId="{57E7E9CA-01DE-4AF1-A5FF-3DA33D0B3F6D}" dt="2023-10-15T19:32:45.693" v="1264"/>
          <ac:spMkLst>
            <pc:docMk/>
            <pc:sldMk cId="915709062" sldId="314"/>
            <ac:spMk id="9" creationId="{76AEDA9F-6B7F-3308-2C85-E579102E1067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42.206" v="1262"/>
        <pc:sldMkLst>
          <pc:docMk/>
          <pc:sldMk cId="3589124768" sldId="315"/>
        </pc:sldMkLst>
        <pc:spChg chg="mod">
          <ac:chgData name="CRISTIAN AUGUSTO ALONSO" userId="8bd297f2-7fb0-4884-a89f-a644fef730f4" providerId="ADAL" clId="{57E7E9CA-01DE-4AF1-A5FF-3DA33D0B3F6D}" dt="2023-10-15T19:15:02.267" v="911" actId="20577"/>
          <ac:spMkLst>
            <pc:docMk/>
            <pc:sldMk cId="3589124768" sldId="315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42.206" v="1262"/>
          <ac:spMkLst>
            <pc:docMk/>
            <pc:sldMk cId="3589124768" sldId="315"/>
            <ac:spMk id="4" creationId="{A3FD988A-F5B6-190F-E9B5-F4CEC9632237}"/>
          </ac:spMkLst>
        </pc:spChg>
        <pc:spChg chg="add mod">
          <ac:chgData name="CRISTIAN AUGUSTO ALONSO" userId="8bd297f2-7fb0-4884-a89f-a644fef730f4" providerId="ADAL" clId="{57E7E9CA-01DE-4AF1-A5FF-3DA33D0B3F6D}" dt="2023-10-15T19:32:42.206" v="1262"/>
          <ac:spMkLst>
            <pc:docMk/>
            <pc:sldMk cId="3589124768" sldId="315"/>
            <ac:spMk id="5" creationId="{CBCC1083-37D0-F2FD-3F70-3B1B0E5B73C4}"/>
          </ac:spMkLst>
        </pc:spChg>
        <pc:spChg chg="del">
          <ac:chgData name="CRISTIAN AUGUSTO ALONSO" userId="8bd297f2-7fb0-4884-a89f-a644fef730f4" providerId="ADAL" clId="{57E7E9CA-01DE-4AF1-A5FF-3DA33D0B3F6D}" dt="2023-10-15T19:32:41.880" v="1261" actId="478"/>
          <ac:spMkLst>
            <pc:docMk/>
            <pc:sldMk cId="3589124768" sldId="315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41.880" v="1261" actId="478"/>
          <ac:spMkLst>
            <pc:docMk/>
            <pc:sldMk cId="3589124768" sldId="315"/>
            <ac:spMk id="7" creationId="{AE3D3AEA-78F8-44A2-BE64-6719790B6190}"/>
          </ac:spMkLst>
        </pc:spChg>
        <pc:spChg chg="del">
          <ac:chgData name="CRISTIAN AUGUSTO ALONSO" userId="8bd297f2-7fb0-4884-a89f-a644fef730f4" providerId="ADAL" clId="{57E7E9CA-01DE-4AF1-A5FF-3DA33D0B3F6D}" dt="2023-10-15T19:32:41.880" v="1261" actId="478"/>
          <ac:spMkLst>
            <pc:docMk/>
            <pc:sldMk cId="3589124768" sldId="315"/>
            <ac:spMk id="8" creationId="{58C72501-776D-4075-B7BA-4039F641E76B}"/>
          </ac:spMkLst>
        </pc:spChg>
        <pc:spChg chg="add mod">
          <ac:chgData name="CRISTIAN AUGUSTO ALONSO" userId="8bd297f2-7fb0-4884-a89f-a644fef730f4" providerId="ADAL" clId="{57E7E9CA-01DE-4AF1-A5FF-3DA33D0B3F6D}" dt="2023-10-15T19:32:42.206" v="1262"/>
          <ac:spMkLst>
            <pc:docMk/>
            <pc:sldMk cId="3589124768" sldId="315"/>
            <ac:spMk id="9" creationId="{841A6432-792E-4DF1-5069-65D1303FAE5B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38.878" v="1260"/>
        <pc:sldMkLst>
          <pc:docMk/>
          <pc:sldMk cId="2359617113" sldId="316"/>
        </pc:sldMkLst>
        <pc:spChg chg="mod">
          <ac:chgData name="CRISTIAN AUGUSTO ALONSO" userId="8bd297f2-7fb0-4884-a89f-a644fef730f4" providerId="ADAL" clId="{57E7E9CA-01DE-4AF1-A5FF-3DA33D0B3F6D}" dt="2023-10-15T19:15:10.482" v="913" actId="33524"/>
          <ac:spMkLst>
            <pc:docMk/>
            <pc:sldMk cId="2359617113" sldId="316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38.878" v="1260"/>
          <ac:spMkLst>
            <pc:docMk/>
            <pc:sldMk cId="2359617113" sldId="316"/>
            <ac:spMk id="4" creationId="{33155B81-E750-77D0-CC8E-F8186E9C86C8}"/>
          </ac:spMkLst>
        </pc:spChg>
        <pc:spChg chg="add mod">
          <ac:chgData name="CRISTIAN AUGUSTO ALONSO" userId="8bd297f2-7fb0-4884-a89f-a644fef730f4" providerId="ADAL" clId="{57E7E9CA-01DE-4AF1-A5FF-3DA33D0B3F6D}" dt="2023-10-15T19:32:38.878" v="1260"/>
          <ac:spMkLst>
            <pc:docMk/>
            <pc:sldMk cId="2359617113" sldId="316"/>
            <ac:spMk id="5" creationId="{2DC3666C-01AC-7F13-041D-F7A9B24A6581}"/>
          </ac:spMkLst>
        </pc:spChg>
        <pc:spChg chg="del">
          <ac:chgData name="CRISTIAN AUGUSTO ALONSO" userId="8bd297f2-7fb0-4884-a89f-a644fef730f4" providerId="ADAL" clId="{57E7E9CA-01DE-4AF1-A5FF-3DA33D0B3F6D}" dt="2023-10-15T19:32:38.584" v="1259" actId="478"/>
          <ac:spMkLst>
            <pc:docMk/>
            <pc:sldMk cId="2359617113" sldId="316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38.584" v="1259" actId="478"/>
          <ac:spMkLst>
            <pc:docMk/>
            <pc:sldMk cId="2359617113" sldId="316"/>
            <ac:spMk id="7" creationId="{24F48056-BFB0-4C3D-BDA8-5090688337D6}"/>
          </ac:spMkLst>
        </pc:spChg>
        <pc:spChg chg="del">
          <ac:chgData name="CRISTIAN AUGUSTO ALONSO" userId="8bd297f2-7fb0-4884-a89f-a644fef730f4" providerId="ADAL" clId="{57E7E9CA-01DE-4AF1-A5FF-3DA33D0B3F6D}" dt="2023-10-15T19:32:38.584" v="1259" actId="478"/>
          <ac:spMkLst>
            <pc:docMk/>
            <pc:sldMk cId="2359617113" sldId="316"/>
            <ac:spMk id="8" creationId="{46981E5B-C888-45E5-9D1D-F16E787E3B67}"/>
          </ac:spMkLst>
        </pc:spChg>
        <pc:spChg chg="add mod">
          <ac:chgData name="CRISTIAN AUGUSTO ALONSO" userId="8bd297f2-7fb0-4884-a89f-a644fef730f4" providerId="ADAL" clId="{57E7E9CA-01DE-4AF1-A5FF-3DA33D0B3F6D}" dt="2023-10-15T19:32:38.878" v="1260"/>
          <ac:spMkLst>
            <pc:docMk/>
            <pc:sldMk cId="2359617113" sldId="316"/>
            <ac:spMk id="9" creationId="{198BA72D-DB77-2BC2-7DF8-ED95698ACC35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28.513" v="1256"/>
        <pc:sldMkLst>
          <pc:docMk/>
          <pc:sldMk cId="3382435969" sldId="317"/>
        </pc:sldMkLst>
        <pc:spChg chg="mod">
          <ac:chgData name="CRISTIAN AUGUSTO ALONSO" userId="8bd297f2-7fb0-4884-a89f-a644fef730f4" providerId="ADAL" clId="{57E7E9CA-01DE-4AF1-A5FF-3DA33D0B3F6D}" dt="2023-10-15T19:15:41.745" v="915" actId="33524"/>
          <ac:spMkLst>
            <pc:docMk/>
            <pc:sldMk cId="3382435969" sldId="317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28.513" v="1256"/>
          <ac:spMkLst>
            <pc:docMk/>
            <pc:sldMk cId="3382435969" sldId="317"/>
            <ac:spMk id="4" creationId="{EDC16B7A-AA9A-CE54-848C-75E4A0DF7D40}"/>
          </ac:spMkLst>
        </pc:spChg>
        <pc:spChg chg="add mod">
          <ac:chgData name="CRISTIAN AUGUSTO ALONSO" userId="8bd297f2-7fb0-4884-a89f-a644fef730f4" providerId="ADAL" clId="{57E7E9CA-01DE-4AF1-A5FF-3DA33D0B3F6D}" dt="2023-10-15T19:32:28.513" v="1256"/>
          <ac:spMkLst>
            <pc:docMk/>
            <pc:sldMk cId="3382435969" sldId="317"/>
            <ac:spMk id="5" creationId="{ED15BBF2-B339-1DBA-267A-4FCFED05A97B}"/>
          </ac:spMkLst>
        </pc:spChg>
        <pc:spChg chg="del">
          <ac:chgData name="CRISTIAN AUGUSTO ALONSO" userId="8bd297f2-7fb0-4884-a89f-a644fef730f4" providerId="ADAL" clId="{57E7E9CA-01DE-4AF1-A5FF-3DA33D0B3F6D}" dt="2023-10-15T19:32:28.224" v="1255" actId="478"/>
          <ac:spMkLst>
            <pc:docMk/>
            <pc:sldMk cId="3382435969" sldId="317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28.224" v="1255" actId="478"/>
          <ac:spMkLst>
            <pc:docMk/>
            <pc:sldMk cId="3382435969" sldId="317"/>
            <ac:spMk id="7" creationId="{5ECDF102-17F2-448C-AECA-2899A1F98197}"/>
          </ac:spMkLst>
        </pc:spChg>
        <pc:spChg chg="del">
          <ac:chgData name="CRISTIAN AUGUSTO ALONSO" userId="8bd297f2-7fb0-4884-a89f-a644fef730f4" providerId="ADAL" clId="{57E7E9CA-01DE-4AF1-A5FF-3DA33D0B3F6D}" dt="2023-10-15T19:32:28.224" v="1255" actId="478"/>
          <ac:spMkLst>
            <pc:docMk/>
            <pc:sldMk cId="3382435969" sldId="317"/>
            <ac:spMk id="8" creationId="{85843D04-FF36-417E-AF36-806D87A21101}"/>
          </ac:spMkLst>
        </pc:spChg>
        <pc:spChg chg="add mod">
          <ac:chgData name="CRISTIAN AUGUSTO ALONSO" userId="8bd297f2-7fb0-4884-a89f-a644fef730f4" providerId="ADAL" clId="{57E7E9CA-01DE-4AF1-A5FF-3DA33D0B3F6D}" dt="2023-10-15T19:32:28.513" v="1256"/>
          <ac:spMkLst>
            <pc:docMk/>
            <pc:sldMk cId="3382435969" sldId="317"/>
            <ac:spMk id="9" creationId="{9706022A-AB8F-48E3-87AD-FDD84B1EC722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24.045" v="1254"/>
        <pc:sldMkLst>
          <pc:docMk/>
          <pc:sldMk cId="378092910" sldId="318"/>
        </pc:sldMkLst>
        <pc:spChg chg="add mod">
          <ac:chgData name="CRISTIAN AUGUSTO ALONSO" userId="8bd297f2-7fb0-4884-a89f-a644fef730f4" providerId="ADAL" clId="{57E7E9CA-01DE-4AF1-A5FF-3DA33D0B3F6D}" dt="2023-10-15T19:32:24.045" v="1254"/>
          <ac:spMkLst>
            <pc:docMk/>
            <pc:sldMk cId="378092910" sldId="318"/>
            <ac:spMk id="4" creationId="{D48FBAC9-B0EA-AFE3-406F-FFB12B1AF043}"/>
          </ac:spMkLst>
        </pc:spChg>
        <pc:spChg chg="add mod">
          <ac:chgData name="CRISTIAN AUGUSTO ALONSO" userId="8bd297f2-7fb0-4884-a89f-a644fef730f4" providerId="ADAL" clId="{57E7E9CA-01DE-4AF1-A5FF-3DA33D0B3F6D}" dt="2023-10-15T19:32:24.045" v="1254"/>
          <ac:spMkLst>
            <pc:docMk/>
            <pc:sldMk cId="378092910" sldId="318"/>
            <ac:spMk id="5" creationId="{45F2E085-3E39-18AE-B739-EAB3A953DBA3}"/>
          </ac:spMkLst>
        </pc:spChg>
        <pc:spChg chg="del">
          <ac:chgData name="CRISTIAN AUGUSTO ALONSO" userId="8bd297f2-7fb0-4884-a89f-a644fef730f4" providerId="ADAL" clId="{57E7E9CA-01DE-4AF1-A5FF-3DA33D0B3F6D}" dt="2023-10-15T19:32:23.761" v="1253" actId="478"/>
          <ac:spMkLst>
            <pc:docMk/>
            <pc:sldMk cId="378092910" sldId="318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23.761" v="1253" actId="478"/>
          <ac:spMkLst>
            <pc:docMk/>
            <pc:sldMk cId="378092910" sldId="318"/>
            <ac:spMk id="7" creationId="{9C999168-908E-42FE-93D0-CC3A739BCD57}"/>
          </ac:spMkLst>
        </pc:spChg>
        <pc:spChg chg="del">
          <ac:chgData name="CRISTIAN AUGUSTO ALONSO" userId="8bd297f2-7fb0-4884-a89f-a644fef730f4" providerId="ADAL" clId="{57E7E9CA-01DE-4AF1-A5FF-3DA33D0B3F6D}" dt="2023-10-15T19:32:23.761" v="1253" actId="478"/>
          <ac:spMkLst>
            <pc:docMk/>
            <pc:sldMk cId="378092910" sldId="318"/>
            <ac:spMk id="8" creationId="{01FAC0BC-1F5B-4839-BDE7-521B16D6F1F6}"/>
          </ac:spMkLst>
        </pc:spChg>
        <pc:spChg chg="add mod">
          <ac:chgData name="CRISTIAN AUGUSTO ALONSO" userId="8bd297f2-7fb0-4884-a89f-a644fef730f4" providerId="ADAL" clId="{57E7E9CA-01DE-4AF1-A5FF-3DA33D0B3F6D}" dt="2023-10-15T19:32:24.045" v="1254"/>
          <ac:spMkLst>
            <pc:docMk/>
            <pc:sldMk cId="378092910" sldId="318"/>
            <ac:spMk id="9" creationId="{343B546F-F4E1-EC5D-318A-79DE0E2CA97D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19.063" v="1252"/>
        <pc:sldMkLst>
          <pc:docMk/>
          <pc:sldMk cId="3612896735" sldId="319"/>
        </pc:sldMkLst>
        <pc:spChg chg="add mod">
          <ac:chgData name="CRISTIAN AUGUSTO ALONSO" userId="8bd297f2-7fb0-4884-a89f-a644fef730f4" providerId="ADAL" clId="{57E7E9CA-01DE-4AF1-A5FF-3DA33D0B3F6D}" dt="2023-10-15T19:32:19.063" v="1252"/>
          <ac:spMkLst>
            <pc:docMk/>
            <pc:sldMk cId="3612896735" sldId="319"/>
            <ac:spMk id="4" creationId="{8BBE2087-B281-AED2-9BF5-BCD84252C821}"/>
          </ac:spMkLst>
        </pc:spChg>
        <pc:spChg chg="add mod">
          <ac:chgData name="CRISTIAN AUGUSTO ALONSO" userId="8bd297f2-7fb0-4884-a89f-a644fef730f4" providerId="ADAL" clId="{57E7E9CA-01DE-4AF1-A5FF-3DA33D0B3F6D}" dt="2023-10-15T19:32:19.063" v="1252"/>
          <ac:spMkLst>
            <pc:docMk/>
            <pc:sldMk cId="3612896735" sldId="319"/>
            <ac:spMk id="5" creationId="{1D9CFFBE-1FDF-92B8-B3AB-7C6F49EBDF57}"/>
          </ac:spMkLst>
        </pc:spChg>
        <pc:spChg chg="del">
          <ac:chgData name="CRISTIAN AUGUSTO ALONSO" userId="8bd297f2-7fb0-4884-a89f-a644fef730f4" providerId="ADAL" clId="{57E7E9CA-01DE-4AF1-A5FF-3DA33D0B3F6D}" dt="2023-10-15T19:32:18.761" v="1251" actId="478"/>
          <ac:spMkLst>
            <pc:docMk/>
            <pc:sldMk cId="3612896735" sldId="319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18.761" v="1251" actId="478"/>
          <ac:spMkLst>
            <pc:docMk/>
            <pc:sldMk cId="3612896735" sldId="319"/>
            <ac:spMk id="7" creationId="{7D515D12-840E-455E-9DB8-59C00B524E75}"/>
          </ac:spMkLst>
        </pc:spChg>
        <pc:spChg chg="del">
          <ac:chgData name="CRISTIAN AUGUSTO ALONSO" userId="8bd297f2-7fb0-4884-a89f-a644fef730f4" providerId="ADAL" clId="{57E7E9CA-01DE-4AF1-A5FF-3DA33D0B3F6D}" dt="2023-10-15T19:32:18.761" v="1251" actId="478"/>
          <ac:spMkLst>
            <pc:docMk/>
            <pc:sldMk cId="3612896735" sldId="319"/>
            <ac:spMk id="8" creationId="{F1CA18DD-EB70-4AC2-BE02-2FF1D3E7456C}"/>
          </ac:spMkLst>
        </pc:spChg>
        <pc:spChg chg="add mod">
          <ac:chgData name="CRISTIAN AUGUSTO ALONSO" userId="8bd297f2-7fb0-4884-a89f-a644fef730f4" providerId="ADAL" clId="{57E7E9CA-01DE-4AF1-A5FF-3DA33D0B3F6D}" dt="2023-10-15T19:32:19.063" v="1252"/>
          <ac:spMkLst>
            <pc:docMk/>
            <pc:sldMk cId="3612896735" sldId="319"/>
            <ac:spMk id="9" creationId="{9390B531-979C-3013-B3A6-77AF37DCFCC6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15.971" v="1250"/>
        <pc:sldMkLst>
          <pc:docMk/>
          <pc:sldMk cId="558242729" sldId="320"/>
        </pc:sldMkLst>
        <pc:spChg chg="mod">
          <ac:chgData name="CRISTIAN AUGUSTO ALONSO" userId="8bd297f2-7fb0-4884-a89f-a644fef730f4" providerId="ADAL" clId="{57E7E9CA-01DE-4AF1-A5FF-3DA33D0B3F6D}" dt="2023-10-15T19:00:55.742" v="819" actId="33524"/>
          <ac:spMkLst>
            <pc:docMk/>
            <pc:sldMk cId="558242729" sldId="320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15.971" v="1250"/>
          <ac:spMkLst>
            <pc:docMk/>
            <pc:sldMk cId="558242729" sldId="320"/>
            <ac:spMk id="4" creationId="{029F0D7E-F556-5FBC-B157-6546B208ABC6}"/>
          </ac:spMkLst>
        </pc:spChg>
        <pc:spChg chg="add mod">
          <ac:chgData name="CRISTIAN AUGUSTO ALONSO" userId="8bd297f2-7fb0-4884-a89f-a644fef730f4" providerId="ADAL" clId="{57E7E9CA-01DE-4AF1-A5FF-3DA33D0B3F6D}" dt="2023-10-15T19:32:15.971" v="1250"/>
          <ac:spMkLst>
            <pc:docMk/>
            <pc:sldMk cId="558242729" sldId="320"/>
            <ac:spMk id="5" creationId="{2F2C70FE-E634-E807-A00E-57105A928DFC}"/>
          </ac:spMkLst>
        </pc:spChg>
        <pc:spChg chg="del">
          <ac:chgData name="CRISTIAN AUGUSTO ALONSO" userId="8bd297f2-7fb0-4884-a89f-a644fef730f4" providerId="ADAL" clId="{57E7E9CA-01DE-4AF1-A5FF-3DA33D0B3F6D}" dt="2023-10-15T19:32:15.663" v="1249" actId="478"/>
          <ac:spMkLst>
            <pc:docMk/>
            <pc:sldMk cId="558242729" sldId="320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15.663" v="1249" actId="478"/>
          <ac:spMkLst>
            <pc:docMk/>
            <pc:sldMk cId="558242729" sldId="320"/>
            <ac:spMk id="7" creationId="{80116CAE-4ED7-4566-82A9-EA800CA473D4}"/>
          </ac:spMkLst>
        </pc:spChg>
        <pc:spChg chg="del">
          <ac:chgData name="CRISTIAN AUGUSTO ALONSO" userId="8bd297f2-7fb0-4884-a89f-a644fef730f4" providerId="ADAL" clId="{57E7E9CA-01DE-4AF1-A5FF-3DA33D0B3F6D}" dt="2023-10-15T19:32:15.663" v="1249" actId="478"/>
          <ac:spMkLst>
            <pc:docMk/>
            <pc:sldMk cId="558242729" sldId="320"/>
            <ac:spMk id="8" creationId="{97867C93-D2C0-40FA-BD95-0CD6A356D675}"/>
          </ac:spMkLst>
        </pc:spChg>
        <pc:spChg chg="add mod">
          <ac:chgData name="CRISTIAN AUGUSTO ALONSO" userId="8bd297f2-7fb0-4884-a89f-a644fef730f4" providerId="ADAL" clId="{57E7E9CA-01DE-4AF1-A5FF-3DA33D0B3F6D}" dt="2023-10-15T19:32:15.971" v="1250"/>
          <ac:spMkLst>
            <pc:docMk/>
            <pc:sldMk cId="558242729" sldId="320"/>
            <ac:spMk id="9" creationId="{E8FA18C6-5397-79EA-4081-616D7A85C47B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05.579" v="1244"/>
        <pc:sldMkLst>
          <pc:docMk/>
          <pc:sldMk cId="2242426268" sldId="321"/>
        </pc:sldMkLst>
        <pc:spChg chg="mod">
          <ac:chgData name="CRISTIAN AUGUSTO ALONSO" userId="8bd297f2-7fb0-4884-a89f-a644fef730f4" providerId="ADAL" clId="{57E7E9CA-01DE-4AF1-A5FF-3DA33D0B3F6D}" dt="2023-10-15T19:01:30.386" v="837" actId="33524"/>
          <ac:spMkLst>
            <pc:docMk/>
            <pc:sldMk cId="2242426268" sldId="321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05.579" v="1244"/>
          <ac:spMkLst>
            <pc:docMk/>
            <pc:sldMk cId="2242426268" sldId="321"/>
            <ac:spMk id="4" creationId="{21A89696-E74C-BF12-C3E9-E8AEE4F3515E}"/>
          </ac:spMkLst>
        </pc:spChg>
        <pc:spChg chg="add mod">
          <ac:chgData name="CRISTIAN AUGUSTO ALONSO" userId="8bd297f2-7fb0-4884-a89f-a644fef730f4" providerId="ADAL" clId="{57E7E9CA-01DE-4AF1-A5FF-3DA33D0B3F6D}" dt="2023-10-15T19:32:05.579" v="1244"/>
          <ac:spMkLst>
            <pc:docMk/>
            <pc:sldMk cId="2242426268" sldId="321"/>
            <ac:spMk id="5" creationId="{245C1634-99F5-35F6-ADCA-D7C2C23693F4}"/>
          </ac:spMkLst>
        </pc:spChg>
        <pc:spChg chg="del">
          <ac:chgData name="CRISTIAN AUGUSTO ALONSO" userId="8bd297f2-7fb0-4884-a89f-a644fef730f4" providerId="ADAL" clId="{57E7E9CA-01DE-4AF1-A5FF-3DA33D0B3F6D}" dt="2023-10-15T19:32:05.270" v="1243" actId="478"/>
          <ac:spMkLst>
            <pc:docMk/>
            <pc:sldMk cId="2242426268" sldId="321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05.270" v="1243" actId="478"/>
          <ac:spMkLst>
            <pc:docMk/>
            <pc:sldMk cId="2242426268" sldId="321"/>
            <ac:spMk id="7" creationId="{963B9229-6028-4B53-B4E3-D67DDC4F071A}"/>
          </ac:spMkLst>
        </pc:spChg>
        <pc:spChg chg="del">
          <ac:chgData name="CRISTIAN AUGUSTO ALONSO" userId="8bd297f2-7fb0-4884-a89f-a644fef730f4" providerId="ADAL" clId="{57E7E9CA-01DE-4AF1-A5FF-3DA33D0B3F6D}" dt="2023-10-15T19:32:05.270" v="1243" actId="478"/>
          <ac:spMkLst>
            <pc:docMk/>
            <pc:sldMk cId="2242426268" sldId="321"/>
            <ac:spMk id="8" creationId="{9D81C268-59AF-41B4-947D-A1937B1C38D1}"/>
          </ac:spMkLst>
        </pc:spChg>
        <pc:spChg chg="add mod">
          <ac:chgData name="CRISTIAN AUGUSTO ALONSO" userId="8bd297f2-7fb0-4884-a89f-a644fef730f4" providerId="ADAL" clId="{57E7E9CA-01DE-4AF1-A5FF-3DA33D0B3F6D}" dt="2023-10-15T19:32:05.579" v="1244"/>
          <ac:spMkLst>
            <pc:docMk/>
            <pc:sldMk cId="2242426268" sldId="321"/>
            <ac:spMk id="9" creationId="{641B8B19-C027-F635-162E-F163E2B62D4B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2:01.571" v="1242"/>
        <pc:sldMkLst>
          <pc:docMk/>
          <pc:sldMk cId="3520762622" sldId="322"/>
        </pc:sldMkLst>
        <pc:spChg chg="mod">
          <ac:chgData name="CRISTIAN AUGUSTO ALONSO" userId="8bd297f2-7fb0-4884-a89f-a644fef730f4" providerId="ADAL" clId="{57E7E9CA-01DE-4AF1-A5FF-3DA33D0B3F6D}" dt="2023-10-15T19:01:37.031" v="839" actId="20577"/>
          <ac:spMkLst>
            <pc:docMk/>
            <pc:sldMk cId="3520762622" sldId="322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2:01.571" v="1242"/>
          <ac:spMkLst>
            <pc:docMk/>
            <pc:sldMk cId="3520762622" sldId="322"/>
            <ac:spMk id="4" creationId="{C2AFB9EA-D386-ABBB-E6D1-7F76198F3572}"/>
          </ac:spMkLst>
        </pc:spChg>
        <pc:spChg chg="add mod">
          <ac:chgData name="CRISTIAN AUGUSTO ALONSO" userId="8bd297f2-7fb0-4884-a89f-a644fef730f4" providerId="ADAL" clId="{57E7E9CA-01DE-4AF1-A5FF-3DA33D0B3F6D}" dt="2023-10-15T19:32:01.571" v="1242"/>
          <ac:spMkLst>
            <pc:docMk/>
            <pc:sldMk cId="3520762622" sldId="322"/>
            <ac:spMk id="5" creationId="{E062F175-07B7-75EA-C6C1-4B9F22125831}"/>
          </ac:spMkLst>
        </pc:spChg>
        <pc:spChg chg="del">
          <ac:chgData name="CRISTIAN AUGUSTO ALONSO" userId="8bd297f2-7fb0-4884-a89f-a644fef730f4" providerId="ADAL" clId="{57E7E9CA-01DE-4AF1-A5FF-3DA33D0B3F6D}" dt="2023-10-15T19:32:01.220" v="1241" actId="478"/>
          <ac:spMkLst>
            <pc:docMk/>
            <pc:sldMk cId="3520762622" sldId="322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2:01.220" v="1241" actId="478"/>
          <ac:spMkLst>
            <pc:docMk/>
            <pc:sldMk cId="3520762622" sldId="322"/>
            <ac:spMk id="7" creationId="{8C09EB87-A3BB-419E-A9F8-AA5F8E4EDDDF}"/>
          </ac:spMkLst>
        </pc:spChg>
        <pc:spChg chg="del">
          <ac:chgData name="CRISTIAN AUGUSTO ALONSO" userId="8bd297f2-7fb0-4884-a89f-a644fef730f4" providerId="ADAL" clId="{57E7E9CA-01DE-4AF1-A5FF-3DA33D0B3F6D}" dt="2023-10-15T19:32:01.220" v="1241" actId="478"/>
          <ac:spMkLst>
            <pc:docMk/>
            <pc:sldMk cId="3520762622" sldId="322"/>
            <ac:spMk id="8" creationId="{9E8F13A5-DDE3-4EB9-ADF7-12188F107022}"/>
          </ac:spMkLst>
        </pc:spChg>
        <pc:spChg chg="add mod">
          <ac:chgData name="CRISTIAN AUGUSTO ALONSO" userId="8bd297f2-7fb0-4884-a89f-a644fef730f4" providerId="ADAL" clId="{57E7E9CA-01DE-4AF1-A5FF-3DA33D0B3F6D}" dt="2023-10-15T19:32:01.571" v="1242"/>
          <ac:spMkLst>
            <pc:docMk/>
            <pc:sldMk cId="3520762622" sldId="322"/>
            <ac:spMk id="9" creationId="{91468829-7C8C-267F-B92B-4F43EA5C0F14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4:55.952" v="1317"/>
        <pc:sldMkLst>
          <pc:docMk/>
          <pc:sldMk cId="1650898733" sldId="323"/>
        </pc:sldMkLst>
        <pc:spChg chg="add mod">
          <ac:chgData name="CRISTIAN AUGUSTO ALONSO" userId="8bd297f2-7fb0-4884-a89f-a644fef730f4" providerId="ADAL" clId="{57E7E9CA-01DE-4AF1-A5FF-3DA33D0B3F6D}" dt="2023-10-15T19:34:55.952" v="1317"/>
          <ac:spMkLst>
            <pc:docMk/>
            <pc:sldMk cId="1650898733" sldId="323"/>
            <ac:spMk id="4" creationId="{3CD73A98-F689-2B41-3014-3E2E4898B7BB}"/>
          </ac:spMkLst>
        </pc:spChg>
        <pc:spChg chg="add mod">
          <ac:chgData name="CRISTIAN AUGUSTO ALONSO" userId="8bd297f2-7fb0-4884-a89f-a644fef730f4" providerId="ADAL" clId="{57E7E9CA-01DE-4AF1-A5FF-3DA33D0B3F6D}" dt="2023-10-15T19:34:55.952" v="1317"/>
          <ac:spMkLst>
            <pc:docMk/>
            <pc:sldMk cId="1650898733" sldId="323"/>
            <ac:spMk id="5" creationId="{DDE0B5B1-6C49-0FD3-84C2-D16EA9A3D1BD}"/>
          </ac:spMkLst>
        </pc:spChg>
        <pc:spChg chg="del">
          <ac:chgData name="CRISTIAN AUGUSTO ALONSO" userId="8bd297f2-7fb0-4884-a89f-a644fef730f4" providerId="ADAL" clId="{57E7E9CA-01DE-4AF1-A5FF-3DA33D0B3F6D}" dt="2023-10-15T19:34:55.627" v="1316" actId="478"/>
          <ac:spMkLst>
            <pc:docMk/>
            <pc:sldMk cId="1650898733" sldId="323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4:55.627" v="1316" actId="478"/>
          <ac:spMkLst>
            <pc:docMk/>
            <pc:sldMk cId="1650898733" sldId="323"/>
            <ac:spMk id="7" creationId="{5A1E0B9A-CB6E-47A2-A530-51EBAD0F4D70}"/>
          </ac:spMkLst>
        </pc:spChg>
        <pc:spChg chg="del">
          <ac:chgData name="CRISTIAN AUGUSTO ALONSO" userId="8bd297f2-7fb0-4884-a89f-a644fef730f4" providerId="ADAL" clId="{57E7E9CA-01DE-4AF1-A5FF-3DA33D0B3F6D}" dt="2023-10-15T19:34:55.627" v="1316" actId="478"/>
          <ac:spMkLst>
            <pc:docMk/>
            <pc:sldMk cId="1650898733" sldId="323"/>
            <ac:spMk id="8" creationId="{C5E47208-C702-47DD-B507-111C23451065}"/>
          </ac:spMkLst>
        </pc:spChg>
        <pc:spChg chg="add mod">
          <ac:chgData name="CRISTIAN AUGUSTO ALONSO" userId="8bd297f2-7fb0-4884-a89f-a644fef730f4" providerId="ADAL" clId="{57E7E9CA-01DE-4AF1-A5FF-3DA33D0B3F6D}" dt="2023-10-15T19:34:55.952" v="1317"/>
          <ac:spMkLst>
            <pc:docMk/>
            <pc:sldMk cId="1650898733" sldId="323"/>
            <ac:spMk id="9" creationId="{D39092DA-40A5-0A5C-6621-E0DC80A96597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4:59.353" v="1319"/>
        <pc:sldMkLst>
          <pc:docMk/>
          <pc:sldMk cId="1255683574" sldId="324"/>
        </pc:sldMkLst>
        <pc:spChg chg="add mod">
          <ac:chgData name="CRISTIAN AUGUSTO ALONSO" userId="8bd297f2-7fb0-4884-a89f-a644fef730f4" providerId="ADAL" clId="{57E7E9CA-01DE-4AF1-A5FF-3DA33D0B3F6D}" dt="2023-10-15T19:34:59.353" v="1319"/>
          <ac:spMkLst>
            <pc:docMk/>
            <pc:sldMk cId="1255683574" sldId="324"/>
            <ac:spMk id="4" creationId="{F9BD8B40-98AB-5D7F-33C3-C875F7FAEF6A}"/>
          </ac:spMkLst>
        </pc:spChg>
        <pc:spChg chg="add mod">
          <ac:chgData name="CRISTIAN AUGUSTO ALONSO" userId="8bd297f2-7fb0-4884-a89f-a644fef730f4" providerId="ADAL" clId="{57E7E9CA-01DE-4AF1-A5FF-3DA33D0B3F6D}" dt="2023-10-15T19:34:59.353" v="1319"/>
          <ac:spMkLst>
            <pc:docMk/>
            <pc:sldMk cId="1255683574" sldId="324"/>
            <ac:spMk id="5" creationId="{F23D7640-BF9F-0CA9-51B2-76E2A0925F4A}"/>
          </ac:spMkLst>
        </pc:spChg>
        <pc:spChg chg="del">
          <ac:chgData name="CRISTIAN AUGUSTO ALONSO" userId="8bd297f2-7fb0-4884-a89f-a644fef730f4" providerId="ADAL" clId="{57E7E9CA-01DE-4AF1-A5FF-3DA33D0B3F6D}" dt="2023-10-15T19:34:59.051" v="1318" actId="478"/>
          <ac:spMkLst>
            <pc:docMk/>
            <pc:sldMk cId="1255683574" sldId="324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4:59.051" v="1318" actId="478"/>
          <ac:spMkLst>
            <pc:docMk/>
            <pc:sldMk cId="1255683574" sldId="324"/>
            <ac:spMk id="7" creationId="{B0094E2B-D29C-4BF1-824C-048F39A0F01A}"/>
          </ac:spMkLst>
        </pc:spChg>
        <pc:spChg chg="del">
          <ac:chgData name="CRISTIAN AUGUSTO ALONSO" userId="8bd297f2-7fb0-4884-a89f-a644fef730f4" providerId="ADAL" clId="{57E7E9CA-01DE-4AF1-A5FF-3DA33D0B3F6D}" dt="2023-10-15T19:34:59.051" v="1318" actId="478"/>
          <ac:spMkLst>
            <pc:docMk/>
            <pc:sldMk cId="1255683574" sldId="324"/>
            <ac:spMk id="8" creationId="{BE5B8794-D560-469C-ADF0-781793C2266E}"/>
          </ac:spMkLst>
        </pc:spChg>
        <pc:spChg chg="add mod">
          <ac:chgData name="CRISTIAN AUGUSTO ALONSO" userId="8bd297f2-7fb0-4884-a89f-a644fef730f4" providerId="ADAL" clId="{57E7E9CA-01DE-4AF1-A5FF-3DA33D0B3F6D}" dt="2023-10-15T19:34:59.353" v="1319"/>
          <ac:spMkLst>
            <pc:docMk/>
            <pc:sldMk cId="1255683574" sldId="324"/>
            <ac:spMk id="9" creationId="{A0628EF4-5E9C-6760-208B-387600B01EFD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5:02.776" v="1321"/>
        <pc:sldMkLst>
          <pc:docMk/>
          <pc:sldMk cId="3282344345" sldId="325"/>
        </pc:sldMkLst>
        <pc:spChg chg="add mod">
          <ac:chgData name="CRISTIAN AUGUSTO ALONSO" userId="8bd297f2-7fb0-4884-a89f-a644fef730f4" providerId="ADAL" clId="{57E7E9CA-01DE-4AF1-A5FF-3DA33D0B3F6D}" dt="2023-10-15T19:35:02.776" v="1321"/>
          <ac:spMkLst>
            <pc:docMk/>
            <pc:sldMk cId="3282344345" sldId="325"/>
            <ac:spMk id="4" creationId="{0FA6B440-00F0-D26E-A7EE-2A9BDF4FF9BD}"/>
          </ac:spMkLst>
        </pc:spChg>
        <pc:spChg chg="add mod">
          <ac:chgData name="CRISTIAN AUGUSTO ALONSO" userId="8bd297f2-7fb0-4884-a89f-a644fef730f4" providerId="ADAL" clId="{57E7E9CA-01DE-4AF1-A5FF-3DA33D0B3F6D}" dt="2023-10-15T19:35:02.776" v="1321"/>
          <ac:spMkLst>
            <pc:docMk/>
            <pc:sldMk cId="3282344345" sldId="325"/>
            <ac:spMk id="5" creationId="{15434633-FB3F-D17D-F5A8-41AEE930A47F}"/>
          </ac:spMkLst>
        </pc:spChg>
        <pc:spChg chg="del">
          <ac:chgData name="CRISTIAN AUGUSTO ALONSO" userId="8bd297f2-7fb0-4884-a89f-a644fef730f4" providerId="ADAL" clId="{57E7E9CA-01DE-4AF1-A5FF-3DA33D0B3F6D}" dt="2023-10-15T19:35:02.491" v="1320" actId="478"/>
          <ac:spMkLst>
            <pc:docMk/>
            <pc:sldMk cId="3282344345" sldId="325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5:02.491" v="1320" actId="478"/>
          <ac:spMkLst>
            <pc:docMk/>
            <pc:sldMk cId="3282344345" sldId="325"/>
            <ac:spMk id="7" creationId="{3F545E17-E5D7-4B48-89FC-B397AB9B9F55}"/>
          </ac:spMkLst>
        </pc:spChg>
        <pc:spChg chg="del">
          <ac:chgData name="CRISTIAN AUGUSTO ALONSO" userId="8bd297f2-7fb0-4884-a89f-a644fef730f4" providerId="ADAL" clId="{57E7E9CA-01DE-4AF1-A5FF-3DA33D0B3F6D}" dt="2023-10-15T19:35:02.491" v="1320" actId="478"/>
          <ac:spMkLst>
            <pc:docMk/>
            <pc:sldMk cId="3282344345" sldId="325"/>
            <ac:spMk id="8" creationId="{A4F426D9-7C2A-4DBA-B411-6E839141517F}"/>
          </ac:spMkLst>
        </pc:spChg>
        <pc:spChg chg="add mod">
          <ac:chgData name="CRISTIAN AUGUSTO ALONSO" userId="8bd297f2-7fb0-4884-a89f-a644fef730f4" providerId="ADAL" clId="{57E7E9CA-01DE-4AF1-A5FF-3DA33D0B3F6D}" dt="2023-10-15T19:35:02.776" v="1321"/>
          <ac:spMkLst>
            <pc:docMk/>
            <pc:sldMk cId="3282344345" sldId="325"/>
            <ac:spMk id="9" creationId="{11461CAD-2EDC-14AF-1339-BF9CC35ED131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5:23.898" v="1332"/>
        <pc:sldMkLst>
          <pc:docMk/>
          <pc:sldMk cId="1547960784" sldId="326"/>
        </pc:sldMkLst>
        <pc:spChg chg="mod">
          <ac:chgData name="CRISTIAN AUGUSTO ALONSO" userId="8bd297f2-7fb0-4884-a89f-a644fef730f4" providerId="ADAL" clId="{57E7E9CA-01DE-4AF1-A5FF-3DA33D0B3F6D}" dt="2023-10-15T19:27:25.885" v="1174" actId="20577"/>
          <ac:spMkLst>
            <pc:docMk/>
            <pc:sldMk cId="1547960784" sldId="326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5:23.898" v="1332"/>
          <ac:spMkLst>
            <pc:docMk/>
            <pc:sldMk cId="1547960784" sldId="326"/>
            <ac:spMk id="4" creationId="{69474793-8508-0BDC-9D12-41DEDD9756D4}"/>
          </ac:spMkLst>
        </pc:spChg>
        <pc:spChg chg="add mod">
          <ac:chgData name="CRISTIAN AUGUSTO ALONSO" userId="8bd297f2-7fb0-4884-a89f-a644fef730f4" providerId="ADAL" clId="{57E7E9CA-01DE-4AF1-A5FF-3DA33D0B3F6D}" dt="2023-10-15T19:35:23.898" v="1332"/>
          <ac:spMkLst>
            <pc:docMk/>
            <pc:sldMk cId="1547960784" sldId="326"/>
            <ac:spMk id="5" creationId="{00AA28ED-DE3C-D33A-90AD-CAD9E2A84BC0}"/>
          </ac:spMkLst>
        </pc:spChg>
        <pc:spChg chg="del">
          <ac:chgData name="CRISTIAN AUGUSTO ALONSO" userId="8bd297f2-7fb0-4884-a89f-a644fef730f4" providerId="ADAL" clId="{57E7E9CA-01DE-4AF1-A5FF-3DA33D0B3F6D}" dt="2023-10-15T19:35:23.533" v="1331" actId="478"/>
          <ac:spMkLst>
            <pc:docMk/>
            <pc:sldMk cId="1547960784" sldId="326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5:23.533" v="1331" actId="478"/>
          <ac:spMkLst>
            <pc:docMk/>
            <pc:sldMk cId="1547960784" sldId="326"/>
            <ac:spMk id="7" creationId="{7E377F86-AD47-4BE0-81D0-0555151261F3}"/>
          </ac:spMkLst>
        </pc:spChg>
        <pc:spChg chg="del">
          <ac:chgData name="CRISTIAN AUGUSTO ALONSO" userId="8bd297f2-7fb0-4884-a89f-a644fef730f4" providerId="ADAL" clId="{57E7E9CA-01DE-4AF1-A5FF-3DA33D0B3F6D}" dt="2023-10-15T19:35:23.533" v="1331" actId="478"/>
          <ac:spMkLst>
            <pc:docMk/>
            <pc:sldMk cId="1547960784" sldId="326"/>
            <ac:spMk id="8" creationId="{A49093EC-6277-4030-9916-438303213354}"/>
          </ac:spMkLst>
        </pc:spChg>
        <pc:spChg chg="add mod">
          <ac:chgData name="CRISTIAN AUGUSTO ALONSO" userId="8bd297f2-7fb0-4884-a89f-a644fef730f4" providerId="ADAL" clId="{57E7E9CA-01DE-4AF1-A5FF-3DA33D0B3F6D}" dt="2023-10-15T19:35:23.898" v="1332"/>
          <ac:spMkLst>
            <pc:docMk/>
            <pc:sldMk cId="1547960784" sldId="326"/>
            <ac:spMk id="9" creationId="{4D63E44C-37A2-0441-6455-816D35029F20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5:28.008" v="1334"/>
        <pc:sldMkLst>
          <pc:docMk/>
          <pc:sldMk cId="2156845842" sldId="327"/>
        </pc:sldMkLst>
        <pc:spChg chg="mod">
          <ac:chgData name="CRISTIAN AUGUSTO ALONSO" userId="8bd297f2-7fb0-4884-a89f-a644fef730f4" providerId="ADAL" clId="{57E7E9CA-01DE-4AF1-A5FF-3DA33D0B3F6D}" dt="2023-10-15T19:27:47.208" v="1175" actId="20577"/>
          <ac:spMkLst>
            <pc:docMk/>
            <pc:sldMk cId="2156845842" sldId="327"/>
            <ac:spMk id="3" creationId="{00000000-0000-0000-0000-000000000000}"/>
          </ac:spMkLst>
        </pc:spChg>
        <pc:spChg chg="add mod">
          <ac:chgData name="CRISTIAN AUGUSTO ALONSO" userId="8bd297f2-7fb0-4884-a89f-a644fef730f4" providerId="ADAL" clId="{57E7E9CA-01DE-4AF1-A5FF-3DA33D0B3F6D}" dt="2023-10-15T19:35:28.008" v="1334"/>
          <ac:spMkLst>
            <pc:docMk/>
            <pc:sldMk cId="2156845842" sldId="327"/>
            <ac:spMk id="4" creationId="{63FE7A5F-4D52-6BEC-C2F4-DA6F091F098D}"/>
          </ac:spMkLst>
        </pc:spChg>
        <pc:spChg chg="add mod">
          <ac:chgData name="CRISTIAN AUGUSTO ALONSO" userId="8bd297f2-7fb0-4884-a89f-a644fef730f4" providerId="ADAL" clId="{57E7E9CA-01DE-4AF1-A5FF-3DA33D0B3F6D}" dt="2023-10-15T19:35:28.008" v="1334"/>
          <ac:spMkLst>
            <pc:docMk/>
            <pc:sldMk cId="2156845842" sldId="327"/>
            <ac:spMk id="5" creationId="{3867AEB5-EA7B-D518-E9D5-E174DA96C977}"/>
          </ac:spMkLst>
        </pc:spChg>
        <pc:spChg chg="del">
          <ac:chgData name="CRISTIAN AUGUSTO ALONSO" userId="8bd297f2-7fb0-4884-a89f-a644fef730f4" providerId="ADAL" clId="{57E7E9CA-01DE-4AF1-A5FF-3DA33D0B3F6D}" dt="2023-10-15T19:35:27.695" v="1333" actId="478"/>
          <ac:spMkLst>
            <pc:docMk/>
            <pc:sldMk cId="2156845842" sldId="327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5:27.695" v="1333" actId="478"/>
          <ac:spMkLst>
            <pc:docMk/>
            <pc:sldMk cId="2156845842" sldId="327"/>
            <ac:spMk id="7" creationId="{6366E04F-7F2F-4BDA-A830-D1A39C37AFF5}"/>
          </ac:spMkLst>
        </pc:spChg>
        <pc:spChg chg="del">
          <ac:chgData name="CRISTIAN AUGUSTO ALONSO" userId="8bd297f2-7fb0-4884-a89f-a644fef730f4" providerId="ADAL" clId="{57E7E9CA-01DE-4AF1-A5FF-3DA33D0B3F6D}" dt="2023-10-15T19:35:27.695" v="1333" actId="478"/>
          <ac:spMkLst>
            <pc:docMk/>
            <pc:sldMk cId="2156845842" sldId="327"/>
            <ac:spMk id="8" creationId="{67A47FC1-74DC-4A0F-B290-98B2DA819EA2}"/>
          </ac:spMkLst>
        </pc:spChg>
        <pc:spChg chg="add mod">
          <ac:chgData name="CRISTIAN AUGUSTO ALONSO" userId="8bd297f2-7fb0-4884-a89f-a644fef730f4" providerId="ADAL" clId="{57E7E9CA-01DE-4AF1-A5FF-3DA33D0B3F6D}" dt="2023-10-15T19:35:28.008" v="1334"/>
          <ac:spMkLst>
            <pc:docMk/>
            <pc:sldMk cId="2156845842" sldId="327"/>
            <ac:spMk id="9" creationId="{8CC6B249-CB3B-C352-96E8-B90F423DD374}"/>
          </ac:spMkLst>
        </pc:spChg>
      </pc:sldChg>
      <pc:sldChg chg="addSp delSp modSp mod">
        <pc:chgData name="CRISTIAN AUGUSTO ALONSO" userId="8bd297f2-7fb0-4884-a89f-a644fef730f4" providerId="ADAL" clId="{57E7E9CA-01DE-4AF1-A5FF-3DA33D0B3F6D}" dt="2023-10-15T19:35:33.404" v="1336"/>
        <pc:sldMkLst>
          <pc:docMk/>
          <pc:sldMk cId="2662696148" sldId="328"/>
        </pc:sldMkLst>
        <pc:spChg chg="add mod">
          <ac:chgData name="CRISTIAN AUGUSTO ALONSO" userId="8bd297f2-7fb0-4884-a89f-a644fef730f4" providerId="ADAL" clId="{57E7E9CA-01DE-4AF1-A5FF-3DA33D0B3F6D}" dt="2023-10-15T19:35:33.404" v="1336"/>
          <ac:spMkLst>
            <pc:docMk/>
            <pc:sldMk cId="2662696148" sldId="328"/>
            <ac:spMk id="4" creationId="{639CCBF0-6C9D-40EB-DF78-3308B61E7065}"/>
          </ac:spMkLst>
        </pc:spChg>
        <pc:spChg chg="add mod">
          <ac:chgData name="CRISTIAN AUGUSTO ALONSO" userId="8bd297f2-7fb0-4884-a89f-a644fef730f4" providerId="ADAL" clId="{57E7E9CA-01DE-4AF1-A5FF-3DA33D0B3F6D}" dt="2023-10-15T19:35:33.404" v="1336"/>
          <ac:spMkLst>
            <pc:docMk/>
            <pc:sldMk cId="2662696148" sldId="328"/>
            <ac:spMk id="5" creationId="{1F0AE1E2-D28E-618A-5A89-7C3A73B5C888}"/>
          </ac:spMkLst>
        </pc:spChg>
        <pc:spChg chg="del">
          <ac:chgData name="CRISTIAN AUGUSTO ALONSO" userId="8bd297f2-7fb0-4884-a89f-a644fef730f4" providerId="ADAL" clId="{57E7E9CA-01DE-4AF1-A5FF-3DA33D0B3F6D}" dt="2023-10-15T19:35:33.079" v="1335" actId="478"/>
          <ac:spMkLst>
            <pc:docMk/>
            <pc:sldMk cId="2662696148" sldId="328"/>
            <ac:spMk id="6" creationId="{00000000-0000-0000-0000-000000000000}"/>
          </ac:spMkLst>
        </pc:spChg>
        <pc:spChg chg="del">
          <ac:chgData name="CRISTIAN AUGUSTO ALONSO" userId="8bd297f2-7fb0-4884-a89f-a644fef730f4" providerId="ADAL" clId="{57E7E9CA-01DE-4AF1-A5FF-3DA33D0B3F6D}" dt="2023-10-15T19:35:33.079" v="1335" actId="478"/>
          <ac:spMkLst>
            <pc:docMk/>
            <pc:sldMk cId="2662696148" sldId="328"/>
            <ac:spMk id="7" creationId="{9197C0AE-4EE7-4685-9BA9-24A990880C1C}"/>
          </ac:spMkLst>
        </pc:spChg>
        <pc:spChg chg="del">
          <ac:chgData name="CRISTIAN AUGUSTO ALONSO" userId="8bd297f2-7fb0-4884-a89f-a644fef730f4" providerId="ADAL" clId="{57E7E9CA-01DE-4AF1-A5FF-3DA33D0B3F6D}" dt="2023-10-15T19:35:33.079" v="1335" actId="478"/>
          <ac:spMkLst>
            <pc:docMk/>
            <pc:sldMk cId="2662696148" sldId="328"/>
            <ac:spMk id="8" creationId="{5094B3A3-E92F-4C8F-84E6-A3F169D56852}"/>
          </ac:spMkLst>
        </pc:spChg>
        <pc:spChg chg="add mod">
          <ac:chgData name="CRISTIAN AUGUSTO ALONSO" userId="8bd297f2-7fb0-4884-a89f-a644fef730f4" providerId="ADAL" clId="{57E7E9CA-01DE-4AF1-A5FF-3DA33D0B3F6D}" dt="2023-10-15T19:35:33.404" v="1336"/>
          <ac:spMkLst>
            <pc:docMk/>
            <pc:sldMk cId="2662696148" sldId="328"/>
            <ac:spMk id="9" creationId="{7622BBF2-F890-49EE-F469-ADD6C582E26D}"/>
          </ac:spMkLst>
        </pc:spChg>
      </pc:sldChg>
      <pc:sldChg chg="addSp delSp modSp new mod">
        <pc:chgData name="CRISTIAN AUGUSTO ALONSO" userId="8bd297f2-7fb0-4884-a89f-a644fef730f4" providerId="ADAL" clId="{57E7E9CA-01DE-4AF1-A5FF-3DA33D0B3F6D}" dt="2023-10-15T19:32:59.927" v="1272"/>
        <pc:sldMkLst>
          <pc:docMk/>
          <pc:sldMk cId="3582969299" sldId="329"/>
        </pc:sldMkLst>
        <pc:spChg chg="mod">
          <ac:chgData name="CRISTIAN AUGUSTO ALONSO" userId="8bd297f2-7fb0-4884-a89f-a644fef730f4" providerId="ADAL" clId="{57E7E9CA-01DE-4AF1-A5FF-3DA33D0B3F6D}" dt="2023-10-15T19:07:55.053" v="862"/>
          <ac:spMkLst>
            <pc:docMk/>
            <pc:sldMk cId="3582969299" sldId="329"/>
            <ac:spMk id="2" creationId="{71C2B7A2-8828-3853-2D9D-978C9C098C54}"/>
          </ac:spMkLst>
        </pc:spChg>
        <pc:spChg chg="mod">
          <ac:chgData name="CRISTIAN AUGUSTO ALONSO" userId="8bd297f2-7fb0-4884-a89f-a644fef730f4" providerId="ADAL" clId="{57E7E9CA-01DE-4AF1-A5FF-3DA33D0B3F6D}" dt="2023-10-15T19:14:14.636" v="906" actId="20577"/>
          <ac:spMkLst>
            <pc:docMk/>
            <pc:sldMk cId="3582969299" sldId="329"/>
            <ac:spMk id="3" creationId="{D7EF4080-A92E-813D-560E-1C80613402BE}"/>
          </ac:spMkLst>
        </pc:spChg>
        <pc:spChg chg="del">
          <ac:chgData name="CRISTIAN AUGUSTO ALONSO" userId="8bd297f2-7fb0-4884-a89f-a644fef730f4" providerId="ADAL" clId="{57E7E9CA-01DE-4AF1-A5FF-3DA33D0B3F6D}" dt="2023-10-15T19:32:59.659" v="1271" actId="478"/>
          <ac:spMkLst>
            <pc:docMk/>
            <pc:sldMk cId="3582969299" sldId="329"/>
            <ac:spMk id="4" creationId="{2C60976B-EF6A-9CDA-5E09-A3D324A6213F}"/>
          </ac:spMkLst>
        </pc:spChg>
        <pc:spChg chg="del">
          <ac:chgData name="CRISTIAN AUGUSTO ALONSO" userId="8bd297f2-7fb0-4884-a89f-a644fef730f4" providerId="ADAL" clId="{57E7E9CA-01DE-4AF1-A5FF-3DA33D0B3F6D}" dt="2023-10-15T19:32:59.659" v="1271" actId="478"/>
          <ac:spMkLst>
            <pc:docMk/>
            <pc:sldMk cId="3582969299" sldId="329"/>
            <ac:spMk id="5" creationId="{8A390B7F-3CEC-FE39-5AED-E129E262BF51}"/>
          </ac:spMkLst>
        </pc:spChg>
        <pc:spChg chg="del">
          <ac:chgData name="CRISTIAN AUGUSTO ALONSO" userId="8bd297f2-7fb0-4884-a89f-a644fef730f4" providerId="ADAL" clId="{57E7E9CA-01DE-4AF1-A5FF-3DA33D0B3F6D}" dt="2023-10-15T19:32:59.659" v="1271" actId="478"/>
          <ac:spMkLst>
            <pc:docMk/>
            <pc:sldMk cId="3582969299" sldId="329"/>
            <ac:spMk id="6" creationId="{9FB94E15-6917-005E-FCD4-AEE10C06C003}"/>
          </ac:spMkLst>
        </pc:spChg>
        <pc:spChg chg="add mod">
          <ac:chgData name="CRISTIAN AUGUSTO ALONSO" userId="8bd297f2-7fb0-4884-a89f-a644fef730f4" providerId="ADAL" clId="{57E7E9CA-01DE-4AF1-A5FF-3DA33D0B3F6D}" dt="2023-10-15T19:32:59.927" v="1272"/>
          <ac:spMkLst>
            <pc:docMk/>
            <pc:sldMk cId="3582969299" sldId="329"/>
            <ac:spMk id="7" creationId="{47E56433-DDBA-7778-E490-5313F8BDC332}"/>
          </ac:spMkLst>
        </pc:spChg>
        <pc:spChg chg="add mod">
          <ac:chgData name="CRISTIAN AUGUSTO ALONSO" userId="8bd297f2-7fb0-4884-a89f-a644fef730f4" providerId="ADAL" clId="{57E7E9CA-01DE-4AF1-A5FF-3DA33D0B3F6D}" dt="2023-10-15T19:32:59.927" v="1272"/>
          <ac:spMkLst>
            <pc:docMk/>
            <pc:sldMk cId="3582969299" sldId="329"/>
            <ac:spMk id="8" creationId="{8DBFE851-1F2D-047A-F023-1C1E4F922377}"/>
          </ac:spMkLst>
        </pc:spChg>
        <pc:spChg chg="add mod">
          <ac:chgData name="CRISTIAN AUGUSTO ALONSO" userId="8bd297f2-7fb0-4884-a89f-a644fef730f4" providerId="ADAL" clId="{57E7E9CA-01DE-4AF1-A5FF-3DA33D0B3F6D}" dt="2023-10-15T19:32:59.927" v="1272"/>
          <ac:spMkLst>
            <pc:docMk/>
            <pc:sldMk cId="3582969299" sldId="329"/>
            <ac:spMk id="9" creationId="{16EA1338-5123-DBF2-FAE6-5E8EE7999D43}"/>
          </ac:spMkLst>
        </pc:spChg>
      </pc:sldChg>
      <pc:sldChg chg="add del">
        <pc:chgData name="CRISTIAN AUGUSTO ALONSO" userId="8bd297f2-7fb0-4884-a89f-a644fef730f4" providerId="ADAL" clId="{57E7E9CA-01DE-4AF1-A5FF-3DA33D0B3F6D}" dt="2023-10-15T19:16:51.916" v="918"/>
        <pc:sldMkLst>
          <pc:docMk/>
          <pc:sldMk cId="2033077101" sldId="330"/>
        </pc:sldMkLst>
      </pc:sldChg>
      <pc:sldMasterChg chg="modSp mod modSldLayout">
        <pc:chgData name="CRISTIAN AUGUSTO ALONSO" userId="8bd297f2-7fb0-4884-a89f-a644fef730f4" providerId="ADAL" clId="{57E7E9CA-01DE-4AF1-A5FF-3DA33D0B3F6D}" dt="2023-10-15T19:31:51.528" v="1240"/>
        <pc:sldMasterMkLst>
          <pc:docMk/>
          <pc:sldMasterMk cId="0" sldId="2147483660"/>
        </pc:sldMasterMkLst>
        <pc:spChg chg="mod">
          <ac:chgData name="CRISTIAN AUGUSTO ALONSO" userId="8bd297f2-7fb0-4884-a89f-a644fef730f4" providerId="ADAL" clId="{57E7E9CA-01DE-4AF1-A5FF-3DA33D0B3F6D}" dt="2023-10-15T19:28:30.198" v="1186" actId="20577"/>
          <ac:spMkLst>
            <pc:docMk/>
            <pc:sldMasterMk cId="0" sldId="2147483660"/>
            <ac:spMk id="289794" creationId="{00000000-0000-0000-0000-000000000000}"/>
          </ac:spMkLst>
        </pc:spChg>
        <pc:spChg chg="mod">
          <ac:chgData name="CRISTIAN AUGUSTO ALONSO" userId="8bd297f2-7fb0-4884-a89f-a644fef730f4" providerId="ADAL" clId="{57E7E9CA-01DE-4AF1-A5FF-3DA33D0B3F6D}" dt="2023-10-15T19:30:08.649" v="1202" actId="20577"/>
          <ac:spMkLst>
            <pc:docMk/>
            <pc:sldMasterMk cId="0" sldId="2147483660"/>
            <ac:spMk id="289808" creationId="{00000000-0000-0000-0000-000000000000}"/>
          </ac:spMkLst>
        </pc:spChg>
        <pc:sldLayoutChg chg="modSp mod">
          <pc:chgData name="CRISTIAN AUGUSTO ALONSO" userId="8bd297f2-7fb0-4884-a89f-a644fef730f4" providerId="ADAL" clId="{57E7E9CA-01DE-4AF1-A5FF-3DA33D0B3F6D}" dt="2023-10-15T19:31:08.970" v="1218" actId="20577"/>
          <pc:sldLayoutMkLst>
            <pc:docMk/>
            <pc:sldMasterMk cId="0" sldId="2147483660"/>
            <pc:sldLayoutMk cId="0" sldId="2147483661"/>
          </pc:sldLayoutMkLst>
          <pc:spChg chg="mod">
            <ac:chgData name="CRISTIAN AUGUSTO ALONSO" userId="8bd297f2-7fb0-4884-a89f-a644fef730f4" providerId="ADAL" clId="{57E7E9CA-01DE-4AF1-A5FF-3DA33D0B3F6D}" dt="2023-10-15T19:31:08.970" v="1218" actId="20577"/>
            <ac:spMkLst>
              <pc:docMk/>
              <pc:sldMasterMk cId="0" sldId="2147483660"/>
              <pc:sldLayoutMk cId="0" sldId="2147483661"/>
              <ac:spMk id="18" creationId="{00000000-0000-0000-0000-000000000000}"/>
            </ac:spMkLst>
          </pc:spChg>
          <pc:spChg chg="mod">
            <ac:chgData name="CRISTIAN AUGUSTO ALONSO" userId="8bd297f2-7fb0-4884-a89f-a644fef730f4" providerId="ADAL" clId="{57E7E9CA-01DE-4AF1-A5FF-3DA33D0B3F6D}" dt="2023-10-15T19:30:21.572" v="1203"/>
            <ac:spMkLst>
              <pc:docMk/>
              <pc:sldMasterMk cId="0" sldId="2147483660"/>
              <pc:sldLayoutMk cId="0" sldId="2147483661"/>
              <ac:spMk id="19" creationId="{00000000-0000-0000-0000-000000000000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02.584" v="1217"/>
          <pc:sldLayoutMkLst>
            <pc:docMk/>
            <pc:sldMasterMk cId="0" sldId="2147483660"/>
            <pc:sldLayoutMk cId="0" sldId="2147483662"/>
          </pc:sldLayoutMkLst>
          <pc:spChg chg="del mod">
            <ac:chgData name="CRISTIAN AUGUSTO ALONSO" userId="8bd297f2-7fb0-4884-a89f-a644fef730f4" providerId="ADAL" clId="{57E7E9CA-01DE-4AF1-A5FF-3DA33D0B3F6D}" dt="2023-10-15T19:31:02.293" v="1216" actId="478"/>
            <ac:spMkLst>
              <pc:docMk/>
              <pc:sldMasterMk cId="0" sldId="2147483660"/>
              <pc:sldLayoutMk cId="0" sldId="2147483662"/>
              <ac:spMk id="4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02.293" v="1216" actId="478"/>
            <ac:spMkLst>
              <pc:docMk/>
              <pc:sldMasterMk cId="0" sldId="2147483660"/>
              <pc:sldLayoutMk cId="0" sldId="2147483662"/>
              <ac:spMk id="5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02.293" v="1216" actId="478"/>
            <ac:spMkLst>
              <pc:docMk/>
              <pc:sldMasterMk cId="0" sldId="2147483660"/>
              <pc:sldLayoutMk cId="0" sldId="2147483662"/>
              <ac:spMk id="6" creationId="{00000000-0000-0000-0000-000000000000}"/>
            </ac:spMkLst>
          </pc:spChg>
          <pc:spChg chg="add mod">
            <ac:chgData name="CRISTIAN AUGUSTO ALONSO" userId="8bd297f2-7fb0-4884-a89f-a644fef730f4" providerId="ADAL" clId="{57E7E9CA-01DE-4AF1-A5FF-3DA33D0B3F6D}" dt="2023-10-15T19:31:02.584" v="1217"/>
            <ac:spMkLst>
              <pc:docMk/>
              <pc:sldMasterMk cId="0" sldId="2147483660"/>
              <pc:sldLayoutMk cId="0" sldId="2147483662"/>
              <ac:spMk id="7" creationId="{C71ABFC3-0F89-6E73-D3D3-B5C2378E5FB8}"/>
            </ac:spMkLst>
          </pc:spChg>
          <pc:spChg chg="add mod">
            <ac:chgData name="CRISTIAN AUGUSTO ALONSO" userId="8bd297f2-7fb0-4884-a89f-a644fef730f4" providerId="ADAL" clId="{57E7E9CA-01DE-4AF1-A5FF-3DA33D0B3F6D}" dt="2023-10-15T19:31:02.584" v="1217"/>
            <ac:spMkLst>
              <pc:docMk/>
              <pc:sldMasterMk cId="0" sldId="2147483660"/>
              <pc:sldLayoutMk cId="0" sldId="2147483662"/>
              <ac:spMk id="8" creationId="{7A2921EA-0F11-B6F7-4D28-9679950078F5}"/>
            </ac:spMkLst>
          </pc:spChg>
          <pc:spChg chg="add mod">
            <ac:chgData name="CRISTIAN AUGUSTO ALONSO" userId="8bd297f2-7fb0-4884-a89f-a644fef730f4" providerId="ADAL" clId="{57E7E9CA-01DE-4AF1-A5FF-3DA33D0B3F6D}" dt="2023-10-15T19:31:02.584" v="1217"/>
            <ac:spMkLst>
              <pc:docMk/>
              <pc:sldMasterMk cId="0" sldId="2147483660"/>
              <pc:sldLayoutMk cId="0" sldId="2147483662"/>
              <ac:spMk id="9" creationId="{6B0656EC-5885-BF74-6C3A-A64C96C5E0AA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16.094" v="1220"/>
          <pc:sldLayoutMkLst>
            <pc:docMk/>
            <pc:sldMasterMk cId="0" sldId="2147483660"/>
            <pc:sldLayoutMk cId="0" sldId="2147483663"/>
          </pc:sldLayoutMkLst>
          <pc:spChg chg="del mod">
            <ac:chgData name="CRISTIAN AUGUSTO ALONSO" userId="8bd297f2-7fb0-4884-a89f-a644fef730f4" providerId="ADAL" clId="{57E7E9CA-01DE-4AF1-A5FF-3DA33D0B3F6D}" dt="2023-10-15T19:31:15.802" v="1219" actId="478"/>
            <ac:spMkLst>
              <pc:docMk/>
              <pc:sldMasterMk cId="0" sldId="2147483660"/>
              <pc:sldLayoutMk cId="0" sldId="2147483663"/>
              <ac:spMk id="4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15.802" v="1219" actId="478"/>
            <ac:spMkLst>
              <pc:docMk/>
              <pc:sldMasterMk cId="0" sldId="2147483660"/>
              <pc:sldLayoutMk cId="0" sldId="2147483663"/>
              <ac:spMk id="5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15.802" v="1219" actId="478"/>
            <ac:spMkLst>
              <pc:docMk/>
              <pc:sldMasterMk cId="0" sldId="2147483660"/>
              <pc:sldLayoutMk cId="0" sldId="2147483663"/>
              <ac:spMk id="6" creationId="{00000000-0000-0000-0000-000000000000}"/>
            </ac:spMkLst>
          </pc:spChg>
          <pc:spChg chg="add mod">
            <ac:chgData name="CRISTIAN AUGUSTO ALONSO" userId="8bd297f2-7fb0-4884-a89f-a644fef730f4" providerId="ADAL" clId="{57E7E9CA-01DE-4AF1-A5FF-3DA33D0B3F6D}" dt="2023-10-15T19:31:16.094" v="1220"/>
            <ac:spMkLst>
              <pc:docMk/>
              <pc:sldMasterMk cId="0" sldId="2147483660"/>
              <pc:sldLayoutMk cId="0" sldId="2147483663"/>
              <ac:spMk id="7" creationId="{741C1EC3-2774-B16E-EA7D-1B088C45442E}"/>
            </ac:spMkLst>
          </pc:spChg>
          <pc:spChg chg="add mod">
            <ac:chgData name="CRISTIAN AUGUSTO ALONSO" userId="8bd297f2-7fb0-4884-a89f-a644fef730f4" providerId="ADAL" clId="{57E7E9CA-01DE-4AF1-A5FF-3DA33D0B3F6D}" dt="2023-10-15T19:31:16.094" v="1220"/>
            <ac:spMkLst>
              <pc:docMk/>
              <pc:sldMasterMk cId="0" sldId="2147483660"/>
              <pc:sldLayoutMk cId="0" sldId="2147483663"/>
              <ac:spMk id="8" creationId="{83BD0584-009D-04DC-CBD8-11709A57B8D0}"/>
            </ac:spMkLst>
          </pc:spChg>
          <pc:spChg chg="add mod">
            <ac:chgData name="CRISTIAN AUGUSTO ALONSO" userId="8bd297f2-7fb0-4884-a89f-a644fef730f4" providerId="ADAL" clId="{57E7E9CA-01DE-4AF1-A5FF-3DA33D0B3F6D}" dt="2023-10-15T19:31:16.094" v="1220"/>
            <ac:spMkLst>
              <pc:docMk/>
              <pc:sldMasterMk cId="0" sldId="2147483660"/>
              <pc:sldLayoutMk cId="0" sldId="2147483663"/>
              <ac:spMk id="9" creationId="{2B863636-9B6D-ACD3-6529-504C73AECB5F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20.198" v="1222"/>
          <pc:sldLayoutMkLst>
            <pc:docMk/>
            <pc:sldMasterMk cId="0" sldId="2147483660"/>
            <pc:sldLayoutMk cId="0" sldId="2147483664"/>
          </pc:sldLayoutMkLst>
          <pc:spChg chg="add del mod">
            <ac:chgData name="CRISTIAN AUGUSTO ALONSO" userId="8bd297f2-7fb0-4884-a89f-a644fef730f4" providerId="ADAL" clId="{57E7E9CA-01DE-4AF1-A5FF-3DA33D0B3F6D}" dt="2023-10-15T19:31:19.915" v="1221" actId="478"/>
            <ac:spMkLst>
              <pc:docMk/>
              <pc:sldMasterMk cId="0" sldId="2147483660"/>
              <pc:sldLayoutMk cId="0" sldId="2147483664"/>
              <ac:spMk id="5" creationId="{E07225F1-9F4E-92C2-0232-8550760BBD50}"/>
            </ac:spMkLst>
          </pc:spChg>
          <pc:spChg chg="add del mod">
            <ac:chgData name="CRISTIAN AUGUSTO ALONSO" userId="8bd297f2-7fb0-4884-a89f-a644fef730f4" providerId="ADAL" clId="{57E7E9CA-01DE-4AF1-A5FF-3DA33D0B3F6D}" dt="2023-10-15T19:31:19.915" v="1221" actId="478"/>
            <ac:spMkLst>
              <pc:docMk/>
              <pc:sldMasterMk cId="0" sldId="2147483660"/>
              <pc:sldLayoutMk cId="0" sldId="2147483664"/>
              <ac:spMk id="6" creationId="{A16C3D06-A58D-0BB4-5A7C-4211D3A4EE61}"/>
            </ac:spMkLst>
          </pc:spChg>
          <pc:spChg chg="add del mod">
            <ac:chgData name="CRISTIAN AUGUSTO ALONSO" userId="8bd297f2-7fb0-4884-a89f-a644fef730f4" providerId="ADAL" clId="{57E7E9CA-01DE-4AF1-A5FF-3DA33D0B3F6D}" dt="2023-10-15T19:31:19.915" v="1221" actId="478"/>
            <ac:spMkLst>
              <pc:docMk/>
              <pc:sldMasterMk cId="0" sldId="2147483660"/>
              <pc:sldLayoutMk cId="0" sldId="2147483664"/>
              <ac:spMk id="7" creationId="{6BCB9ECA-50C5-0E74-67CB-781524C2178B}"/>
            </ac:spMkLst>
          </pc:spChg>
          <pc:spChg chg="del">
            <ac:chgData name="CRISTIAN AUGUSTO ALONSO" userId="8bd297f2-7fb0-4884-a89f-a644fef730f4" providerId="ADAL" clId="{57E7E9CA-01DE-4AF1-A5FF-3DA33D0B3F6D}" dt="2023-10-15T19:30:42.303" v="1206" actId="478"/>
            <ac:spMkLst>
              <pc:docMk/>
              <pc:sldMasterMk cId="0" sldId="2147483660"/>
              <pc:sldLayoutMk cId="0" sldId="2147483664"/>
              <ac:spMk id="8" creationId="{327C2BAE-041D-4778-B151-62E08647AC45}"/>
            </ac:spMkLst>
          </pc:spChg>
          <pc:spChg chg="del">
            <ac:chgData name="CRISTIAN AUGUSTO ALONSO" userId="8bd297f2-7fb0-4884-a89f-a644fef730f4" providerId="ADAL" clId="{57E7E9CA-01DE-4AF1-A5FF-3DA33D0B3F6D}" dt="2023-10-15T19:30:42.303" v="1206" actId="478"/>
            <ac:spMkLst>
              <pc:docMk/>
              <pc:sldMasterMk cId="0" sldId="2147483660"/>
              <pc:sldLayoutMk cId="0" sldId="2147483664"/>
              <ac:spMk id="9" creationId="{5BFCC949-5E21-410D-BB40-13BCA7C9E851}"/>
            </ac:spMkLst>
          </pc:spChg>
          <pc:spChg chg="del">
            <ac:chgData name="CRISTIAN AUGUSTO ALONSO" userId="8bd297f2-7fb0-4884-a89f-a644fef730f4" providerId="ADAL" clId="{57E7E9CA-01DE-4AF1-A5FF-3DA33D0B3F6D}" dt="2023-10-15T19:30:42.303" v="1206" actId="478"/>
            <ac:spMkLst>
              <pc:docMk/>
              <pc:sldMasterMk cId="0" sldId="2147483660"/>
              <pc:sldLayoutMk cId="0" sldId="2147483664"/>
              <ac:spMk id="10" creationId="{4CB37584-BCE1-4FF6-AB0C-238BFA6B3AC7}"/>
            </ac:spMkLst>
          </pc:spChg>
          <pc:spChg chg="add mod">
            <ac:chgData name="CRISTIAN AUGUSTO ALONSO" userId="8bd297f2-7fb0-4884-a89f-a644fef730f4" providerId="ADAL" clId="{57E7E9CA-01DE-4AF1-A5FF-3DA33D0B3F6D}" dt="2023-10-15T19:31:20.198" v="1222"/>
            <ac:spMkLst>
              <pc:docMk/>
              <pc:sldMasterMk cId="0" sldId="2147483660"/>
              <pc:sldLayoutMk cId="0" sldId="2147483664"/>
              <ac:spMk id="11" creationId="{538C486D-3508-F93A-E184-92E469BB39C3}"/>
            </ac:spMkLst>
          </pc:spChg>
          <pc:spChg chg="add mod">
            <ac:chgData name="CRISTIAN AUGUSTO ALONSO" userId="8bd297f2-7fb0-4884-a89f-a644fef730f4" providerId="ADAL" clId="{57E7E9CA-01DE-4AF1-A5FF-3DA33D0B3F6D}" dt="2023-10-15T19:31:20.198" v="1222"/>
            <ac:spMkLst>
              <pc:docMk/>
              <pc:sldMasterMk cId="0" sldId="2147483660"/>
              <pc:sldLayoutMk cId="0" sldId="2147483664"/>
              <ac:spMk id="12" creationId="{2CBF518B-6887-7237-07D0-239433D34840}"/>
            </ac:spMkLst>
          </pc:spChg>
          <pc:spChg chg="add mod">
            <ac:chgData name="CRISTIAN AUGUSTO ALONSO" userId="8bd297f2-7fb0-4884-a89f-a644fef730f4" providerId="ADAL" clId="{57E7E9CA-01DE-4AF1-A5FF-3DA33D0B3F6D}" dt="2023-10-15T19:31:20.198" v="1222"/>
            <ac:spMkLst>
              <pc:docMk/>
              <pc:sldMasterMk cId="0" sldId="2147483660"/>
              <pc:sldLayoutMk cId="0" sldId="2147483664"/>
              <ac:spMk id="13" creationId="{B1CDCEE8-7D8E-0DB8-C6AB-7CE4DC26AF59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0:45.497" v="1209"/>
          <pc:sldLayoutMkLst>
            <pc:docMk/>
            <pc:sldMasterMk cId="0" sldId="2147483660"/>
            <pc:sldLayoutMk cId="0" sldId="2147483665"/>
          </pc:sldLayoutMkLst>
          <pc:spChg chg="del">
            <ac:chgData name="CRISTIAN AUGUSTO ALONSO" userId="8bd297f2-7fb0-4884-a89f-a644fef730f4" providerId="ADAL" clId="{57E7E9CA-01DE-4AF1-A5FF-3DA33D0B3F6D}" dt="2023-10-15T19:30:45.150" v="1208" actId="478"/>
            <ac:spMkLst>
              <pc:docMk/>
              <pc:sldMasterMk cId="0" sldId="2147483660"/>
              <pc:sldLayoutMk cId="0" sldId="2147483665"/>
              <ac:spMk id="7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45.150" v="1208" actId="478"/>
            <ac:spMkLst>
              <pc:docMk/>
              <pc:sldMasterMk cId="0" sldId="2147483660"/>
              <pc:sldLayoutMk cId="0" sldId="2147483665"/>
              <ac:spMk id="8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45.150" v="1208" actId="478"/>
            <ac:spMkLst>
              <pc:docMk/>
              <pc:sldMasterMk cId="0" sldId="2147483660"/>
              <pc:sldLayoutMk cId="0" sldId="2147483665"/>
              <ac:spMk id="9" creationId="{00000000-0000-0000-0000-000000000000}"/>
            </ac:spMkLst>
          </pc:spChg>
          <pc:spChg chg="add mod">
            <ac:chgData name="CRISTIAN AUGUSTO ALONSO" userId="8bd297f2-7fb0-4884-a89f-a644fef730f4" providerId="ADAL" clId="{57E7E9CA-01DE-4AF1-A5FF-3DA33D0B3F6D}" dt="2023-10-15T19:30:45.497" v="1209"/>
            <ac:spMkLst>
              <pc:docMk/>
              <pc:sldMasterMk cId="0" sldId="2147483660"/>
              <pc:sldLayoutMk cId="0" sldId="2147483665"/>
              <ac:spMk id="10" creationId="{EBD2E155-E8BF-8AE9-8BB9-4E95EDE4B24A}"/>
            </ac:spMkLst>
          </pc:spChg>
          <pc:spChg chg="add mod">
            <ac:chgData name="CRISTIAN AUGUSTO ALONSO" userId="8bd297f2-7fb0-4884-a89f-a644fef730f4" providerId="ADAL" clId="{57E7E9CA-01DE-4AF1-A5FF-3DA33D0B3F6D}" dt="2023-10-15T19:30:45.497" v="1209"/>
            <ac:spMkLst>
              <pc:docMk/>
              <pc:sldMasterMk cId="0" sldId="2147483660"/>
              <pc:sldLayoutMk cId="0" sldId="2147483665"/>
              <ac:spMk id="11" creationId="{FBCB7E5F-5946-218C-8401-75C252588509}"/>
            </ac:spMkLst>
          </pc:spChg>
          <pc:spChg chg="add mod">
            <ac:chgData name="CRISTIAN AUGUSTO ALONSO" userId="8bd297f2-7fb0-4884-a89f-a644fef730f4" providerId="ADAL" clId="{57E7E9CA-01DE-4AF1-A5FF-3DA33D0B3F6D}" dt="2023-10-15T19:30:45.497" v="1209"/>
            <ac:spMkLst>
              <pc:docMk/>
              <pc:sldMasterMk cId="0" sldId="2147483660"/>
              <pc:sldLayoutMk cId="0" sldId="2147483665"/>
              <ac:spMk id="12" creationId="{2FC3949C-B017-0193-4208-9BE4BBD6E28C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23.485" v="1224"/>
          <pc:sldLayoutMkLst>
            <pc:docMk/>
            <pc:sldMasterMk cId="0" sldId="2147483660"/>
            <pc:sldLayoutMk cId="0" sldId="2147483666"/>
          </pc:sldLayoutMkLst>
          <pc:spChg chg="del">
            <ac:chgData name="CRISTIAN AUGUSTO ALONSO" userId="8bd297f2-7fb0-4884-a89f-a644fef730f4" providerId="ADAL" clId="{57E7E9CA-01DE-4AF1-A5FF-3DA33D0B3F6D}" dt="2023-10-15T19:30:48.294" v="1210" actId="478"/>
            <ac:spMkLst>
              <pc:docMk/>
              <pc:sldMasterMk cId="0" sldId="2147483660"/>
              <pc:sldLayoutMk cId="0" sldId="2147483666"/>
              <ac:spMk id="3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48.294" v="1210" actId="478"/>
            <ac:spMkLst>
              <pc:docMk/>
              <pc:sldMasterMk cId="0" sldId="2147483660"/>
              <pc:sldLayoutMk cId="0" sldId="2147483666"/>
              <ac:spMk id="4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48.294" v="1210" actId="478"/>
            <ac:spMkLst>
              <pc:docMk/>
              <pc:sldMasterMk cId="0" sldId="2147483660"/>
              <pc:sldLayoutMk cId="0" sldId="2147483666"/>
              <ac:spMk id="5" creationId="{00000000-0000-0000-0000-000000000000}"/>
            </ac:spMkLst>
          </pc:spChg>
          <pc:spChg chg="add del mod">
            <ac:chgData name="CRISTIAN AUGUSTO ALONSO" userId="8bd297f2-7fb0-4884-a89f-a644fef730f4" providerId="ADAL" clId="{57E7E9CA-01DE-4AF1-A5FF-3DA33D0B3F6D}" dt="2023-10-15T19:31:23.155" v="1223" actId="478"/>
            <ac:spMkLst>
              <pc:docMk/>
              <pc:sldMasterMk cId="0" sldId="2147483660"/>
              <pc:sldLayoutMk cId="0" sldId="2147483666"/>
              <ac:spMk id="6" creationId="{5A698E65-5603-0D43-ABB9-DCE169A85BC2}"/>
            </ac:spMkLst>
          </pc:spChg>
          <pc:spChg chg="add del mod">
            <ac:chgData name="CRISTIAN AUGUSTO ALONSO" userId="8bd297f2-7fb0-4884-a89f-a644fef730f4" providerId="ADAL" clId="{57E7E9CA-01DE-4AF1-A5FF-3DA33D0B3F6D}" dt="2023-10-15T19:31:23.155" v="1223" actId="478"/>
            <ac:spMkLst>
              <pc:docMk/>
              <pc:sldMasterMk cId="0" sldId="2147483660"/>
              <pc:sldLayoutMk cId="0" sldId="2147483666"/>
              <ac:spMk id="7" creationId="{D8CADA26-F42C-7118-7F65-522EABAEE089}"/>
            </ac:spMkLst>
          </pc:spChg>
          <pc:spChg chg="add del mod">
            <ac:chgData name="CRISTIAN AUGUSTO ALONSO" userId="8bd297f2-7fb0-4884-a89f-a644fef730f4" providerId="ADAL" clId="{57E7E9CA-01DE-4AF1-A5FF-3DA33D0B3F6D}" dt="2023-10-15T19:31:23.155" v="1223" actId="478"/>
            <ac:spMkLst>
              <pc:docMk/>
              <pc:sldMasterMk cId="0" sldId="2147483660"/>
              <pc:sldLayoutMk cId="0" sldId="2147483666"/>
              <ac:spMk id="8" creationId="{2D949EE9-3F15-5B40-7AAA-3216F356EF85}"/>
            </ac:spMkLst>
          </pc:spChg>
          <pc:spChg chg="add mod">
            <ac:chgData name="CRISTIAN AUGUSTO ALONSO" userId="8bd297f2-7fb0-4884-a89f-a644fef730f4" providerId="ADAL" clId="{57E7E9CA-01DE-4AF1-A5FF-3DA33D0B3F6D}" dt="2023-10-15T19:31:23.485" v="1224"/>
            <ac:spMkLst>
              <pc:docMk/>
              <pc:sldMasterMk cId="0" sldId="2147483660"/>
              <pc:sldLayoutMk cId="0" sldId="2147483666"/>
              <ac:spMk id="9" creationId="{F59548D3-6C4F-546C-2A9F-21CBD42287EE}"/>
            </ac:spMkLst>
          </pc:spChg>
          <pc:spChg chg="add mod">
            <ac:chgData name="CRISTIAN AUGUSTO ALONSO" userId="8bd297f2-7fb0-4884-a89f-a644fef730f4" providerId="ADAL" clId="{57E7E9CA-01DE-4AF1-A5FF-3DA33D0B3F6D}" dt="2023-10-15T19:31:23.485" v="1224"/>
            <ac:spMkLst>
              <pc:docMk/>
              <pc:sldMasterMk cId="0" sldId="2147483660"/>
              <pc:sldLayoutMk cId="0" sldId="2147483666"/>
              <ac:spMk id="10" creationId="{67AB8BC1-DC8F-817E-E182-14DABCF19FA4}"/>
            </ac:spMkLst>
          </pc:spChg>
          <pc:spChg chg="add mod">
            <ac:chgData name="CRISTIAN AUGUSTO ALONSO" userId="8bd297f2-7fb0-4884-a89f-a644fef730f4" providerId="ADAL" clId="{57E7E9CA-01DE-4AF1-A5FF-3DA33D0B3F6D}" dt="2023-10-15T19:31:23.485" v="1224"/>
            <ac:spMkLst>
              <pc:docMk/>
              <pc:sldMasterMk cId="0" sldId="2147483660"/>
              <pc:sldLayoutMk cId="0" sldId="2147483666"/>
              <ac:spMk id="11" creationId="{2079565E-1C32-DB90-BBE9-23228212405C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26.821" v="1226"/>
          <pc:sldLayoutMkLst>
            <pc:docMk/>
            <pc:sldMasterMk cId="0" sldId="2147483660"/>
            <pc:sldLayoutMk cId="0" sldId="2147483667"/>
          </pc:sldLayoutMkLst>
          <pc:spChg chg="del">
            <ac:chgData name="CRISTIAN AUGUSTO ALONSO" userId="8bd297f2-7fb0-4884-a89f-a644fef730f4" providerId="ADAL" clId="{57E7E9CA-01DE-4AF1-A5FF-3DA33D0B3F6D}" dt="2023-10-15T19:30:53.142" v="1212" actId="478"/>
            <ac:spMkLst>
              <pc:docMk/>
              <pc:sldMasterMk cId="0" sldId="2147483660"/>
              <pc:sldLayoutMk cId="0" sldId="2147483667"/>
              <ac:spMk id="2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53.142" v="1212" actId="478"/>
            <ac:spMkLst>
              <pc:docMk/>
              <pc:sldMasterMk cId="0" sldId="2147483660"/>
              <pc:sldLayoutMk cId="0" sldId="2147483667"/>
              <ac:spMk id="3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53.142" v="1212" actId="478"/>
            <ac:spMkLst>
              <pc:docMk/>
              <pc:sldMasterMk cId="0" sldId="2147483660"/>
              <pc:sldLayoutMk cId="0" sldId="2147483667"/>
              <ac:spMk id="4" creationId="{00000000-0000-0000-0000-000000000000}"/>
            </ac:spMkLst>
          </pc:spChg>
          <pc:spChg chg="add del mod">
            <ac:chgData name="CRISTIAN AUGUSTO ALONSO" userId="8bd297f2-7fb0-4884-a89f-a644fef730f4" providerId="ADAL" clId="{57E7E9CA-01DE-4AF1-A5FF-3DA33D0B3F6D}" dt="2023-10-15T19:31:26.458" v="1225" actId="478"/>
            <ac:spMkLst>
              <pc:docMk/>
              <pc:sldMasterMk cId="0" sldId="2147483660"/>
              <pc:sldLayoutMk cId="0" sldId="2147483667"/>
              <ac:spMk id="5" creationId="{B5DB0391-C62F-4CFB-9986-461DD19C75DD}"/>
            </ac:spMkLst>
          </pc:spChg>
          <pc:spChg chg="add del mod">
            <ac:chgData name="CRISTIAN AUGUSTO ALONSO" userId="8bd297f2-7fb0-4884-a89f-a644fef730f4" providerId="ADAL" clId="{57E7E9CA-01DE-4AF1-A5FF-3DA33D0B3F6D}" dt="2023-10-15T19:31:26.458" v="1225" actId="478"/>
            <ac:spMkLst>
              <pc:docMk/>
              <pc:sldMasterMk cId="0" sldId="2147483660"/>
              <pc:sldLayoutMk cId="0" sldId="2147483667"/>
              <ac:spMk id="6" creationId="{0CFB9CC6-BB50-4CEC-A457-2A209D3C299D}"/>
            </ac:spMkLst>
          </pc:spChg>
          <pc:spChg chg="add del mod">
            <ac:chgData name="CRISTIAN AUGUSTO ALONSO" userId="8bd297f2-7fb0-4884-a89f-a644fef730f4" providerId="ADAL" clId="{57E7E9CA-01DE-4AF1-A5FF-3DA33D0B3F6D}" dt="2023-10-15T19:31:26.458" v="1225" actId="478"/>
            <ac:spMkLst>
              <pc:docMk/>
              <pc:sldMasterMk cId="0" sldId="2147483660"/>
              <pc:sldLayoutMk cId="0" sldId="2147483667"/>
              <ac:spMk id="7" creationId="{58716F44-BCB2-1AB0-31EF-779A6E2145F5}"/>
            </ac:spMkLst>
          </pc:spChg>
          <pc:spChg chg="add mod">
            <ac:chgData name="CRISTIAN AUGUSTO ALONSO" userId="8bd297f2-7fb0-4884-a89f-a644fef730f4" providerId="ADAL" clId="{57E7E9CA-01DE-4AF1-A5FF-3DA33D0B3F6D}" dt="2023-10-15T19:31:26.821" v="1226"/>
            <ac:spMkLst>
              <pc:docMk/>
              <pc:sldMasterMk cId="0" sldId="2147483660"/>
              <pc:sldLayoutMk cId="0" sldId="2147483667"/>
              <ac:spMk id="8" creationId="{E4EBBF5B-8524-A03D-5232-ADACCD1CE6B1}"/>
            </ac:spMkLst>
          </pc:spChg>
          <pc:spChg chg="add mod">
            <ac:chgData name="CRISTIAN AUGUSTO ALONSO" userId="8bd297f2-7fb0-4884-a89f-a644fef730f4" providerId="ADAL" clId="{57E7E9CA-01DE-4AF1-A5FF-3DA33D0B3F6D}" dt="2023-10-15T19:31:26.821" v="1226"/>
            <ac:spMkLst>
              <pc:docMk/>
              <pc:sldMasterMk cId="0" sldId="2147483660"/>
              <pc:sldLayoutMk cId="0" sldId="2147483667"/>
              <ac:spMk id="9" creationId="{BCE5B524-FFFF-03B6-233D-38364CC94F7F}"/>
            </ac:spMkLst>
          </pc:spChg>
          <pc:spChg chg="add mod">
            <ac:chgData name="CRISTIAN AUGUSTO ALONSO" userId="8bd297f2-7fb0-4884-a89f-a644fef730f4" providerId="ADAL" clId="{57E7E9CA-01DE-4AF1-A5FF-3DA33D0B3F6D}" dt="2023-10-15T19:31:26.821" v="1226"/>
            <ac:spMkLst>
              <pc:docMk/>
              <pc:sldMasterMk cId="0" sldId="2147483660"/>
              <pc:sldLayoutMk cId="0" sldId="2147483667"/>
              <ac:spMk id="10" creationId="{04A2C20B-9331-C27A-6B7E-D703D37995AA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30.920" v="1228"/>
          <pc:sldLayoutMkLst>
            <pc:docMk/>
            <pc:sldMasterMk cId="0" sldId="2147483660"/>
            <pc:sldLayoutMk cId="0" sldId="2147483668"/>
          </pc:sldLayoutMkLst>
          <pc:spChg chg="del">
            <ac:chgData name="CRISTIAN AUGUSTO ALONSO" userId="8bd297f2-7fb0-4884-a89f-a644fef730f4" providerId="ADAL" clId="{57E7E9CA-01DE-4AF1-A5FF-3DA33D0B3F6D}" dt="2023-10-15T19:30:56.177" v="1214" actId="478"/>
            <ac:spMkLst>
              <pc:docMk/>
              <pc:sldMasterMk cId="0" sldId="2147483660"/>
              <pc:sldLayoutMk cId="0" sldId="2147483668"/>
              <ac:spMk id="5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56.177" v="1214" actId="478"/>
            <ac:spMkLst>
              <pc:docMk/>
              <pc:sldMasterMk cId="0" sldId="2147483660"/>
              <pc:sldLayoutMk cId="0" sldId="2147483668"/>
              <ac:spMk id="6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0:56.177" v="1214" actId="478"/>
            <ac:spMkLst>
              <pc:docMk/>
              <pc:sldMasterMk cId="0" sldId="2147483660"/>
              <pc:sldLayoutMk cId="0" sldId="2147483668"/>
              <ac:spMk id="7" creationId="{00000000-0000-0000-0000-000000000000}"/>
            </ac:spMkLst>
          </pc:spChg>
          <pc:spChg chg="add del mod">
            <ac:chgData name="CRISTIAN AUGUSTO ALONSO" userId="8bd297f2-7fb0-4884-a89f-a644fef730f4" providerId="ADAL" clId="{57E7E9CA-01DE-4AF1-A5FF-3DA33D0B3F6D}" dt="2023-10-15T19:31:30.418" v="1227" actId="478"/>
            <ac:spMkLst>
              <pc:docMk/>
              <pc:sldMasterMk cId="0" sldId="2147483660"/>
              <pc:sldLayoutMk cId="0" sldId="2147483668"/>
              <ac:spMk id="8" creationId="{062E26F1-A878-822B-DA36-5D60A540211E}"/>
            </ac:spMkLst>
          </pc:spChg>
          <pc:spChg chg="add del mod">
            <ac:chgData name="CRISTIAN AUGUSTO ALONSO" userId="8bd297f2-7fb0-4884-a89f-a644fef730f4" providerId="ADAL" clId="{57E7E9CA-01DE-4AF1-A5FF-3DA33D0B3F6D}" dt="2023-10-15T19:31:30.418" v="1227" actId="478"/>
            <ac:spMkLst>
              <pc:docMk/>
              <pc:sldMasterMk cId="0" sldId="2147483660"/>
              <pc:sldLayoutMk cId="0" sldId="2147483668"/>
              <ac:spMk id="9" creationId="{1275126C-B63F-5FB3-B962-146913C38449}"/>
            </ac:spMkLst>
          </pc:spChg>
          <pc:spChg chg="add del mod">
            <ac:chgData name="CRISTIAN AUGUSTO ALONSO" userId="8bd297f2-7fb0-4884-a89f-a644fef730f4" providerId="ADAL" clId="{57E7E9CA-01DE-4AF1-A5FF-3DA33D0B3F6D}" dt="2023-10-15T19:31:30.418" v="1227" actId="478"/>
            <ac:spMkLst>
              <pc:docMk/>
              <pc:sldMasterMk cId="0" sldId="2147483660"/>
              <pc:sldLayoutMk cId="0" sldId="2147483668"/>
              <ac:spMk id="10" creationId="{57D92DDA-3CD7-1740-E160-EC0DDD7DBBE9}"/>
            </ac:spMkLst>
          </pc:spChg>
          <pc:spChg chg="add mod">
            <ac:chgData name="CRISTIAN AUGUSTO ALONSO" userId="8bd297f2-7fb0-4884-a89f-a644fef730f4" providerId="ADAL" clId="{57E7E9CA-01DE-4AF1-A5FF-3DA33D0B3F6D}" dt="2023-10-15T19:31:30.920" v="1228"/>
            <ac:spMkLst>
              <pc:docMk/>
              <pc:sldMasterMk cId="0" sldId="2147483660"/>
              <pc:sldLayoutMk cId="0" sldId="2147483668"/>
              <ac:spMk id="11" creationId="{9C012316-72B4-C1E2-6D69-82EF6E7C5080}"/>
            </ac:spMkLst>
          </pc:spChg>
          <pc:spChg chg="add mod">
            <ac:chgData name="CRISTIAN AUGUSTO ALONSO" userId="8bd297f2-7fb0-4884-a89f-a644fef730f4" providerId="ADAL" clId="{57E7E9CA-01DE-4AF1-A5FF-3DA33D0B3F6D}" dt="2023-10-15T19:31:30.920" v="1228"/>
            <ac:spMkLst>
              <pc:docMk/>
              <pc:sldMasterMk cId="0" sldId="2147483660"/>
              <pc:sldLayoutMk cId="0" sldId="2147483668"/>
              <ac:spMk id="12" creationId="{65552157-F49E-FD8B-1067-F18A0F68524A}"/>
            </ac:spMkLst>
          </pc:spChg>
          <pc:spChg chg="add mod">
            <ac:chgData name="CRISTIAN AUGUSTO ALONSO" userId="8bd297f2-7fb0-4884-a89f-a644fef730f4" providerId="ADAL" clId="{57E7E9CA-01DE-4AF1-A5FF-3DA33D0B3F6D}" dt="2023-10-15T19:31:30.920" v="1228"/>
            <ac:spMkLst>
              <pc:docMk/>
              <pc:sldMasterMk cId="0" sldId="2147483660"/>
              <pc:sldLayoutMk cId="0" sldId="2147483668"/>
              <ac:spMk id="13" creationId="{C9DF28A3-A7F1-6D23-49C4-8A0AF256964C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37.510" v="1234"/>
          <pc:sldLayoutMkLst>
            <pc:docMk/>
            <pc:sldMasterMk cId="0" sldId="2147483660"/>
            <pc:sldLayoutMk cId="0" sldId="2147483669"/>
          </pc:sldLayoutMkLst>
          <pc:spChg chg="add del">
            <ac:chgData name="CRISTIAN AUGUSTO ALONSO" userId="8bd297f2-7fb0-4884-a89f-a644fef730f4" providerId="ADAL" clId="{57E7E9CA-01DE-4AF1-A5FF-3DA33D0B3F6D}" dt="2023-10-15T19:31:35.021" v="1232" actId="478"/>
            <ac:spMkLst>
              <pc:docMk/>
              <pc:sldMasterMk cId="0" sldId="2147483660"/>
              <pc:sldLayoutMk cId="0" sldId="2147483669"/>
              <ac:spMk id="4" creationId="{00000000-0000-0000-0000-000000000000}"/>
            </ac:spMkLst>
          </pc:spChg>
          <pc:spChg chg="add del">
            <ac:chgData name="CRISTIAN AUGUSTO ALONSO" userId="8bd297f2-7fb0-4884-a89f-a644fef730f4" providerId="ADAL" clId="{57E7E9CA-01DE-4AF1-A5FF-3DA33D0B3F6D}" dt="2023-10-15T19:31:37.178" v="1233" actId="478"/>
            <ac:spMkLst>
              <pc:docMk/>
              <pc:sldMasterMk cId="0" sldId="2147483660"/>
              <pc:sldLayoutMk cId="0" sldId="2147483669"/>
              <ac:spMk id="5" creationId="{00000000-0000-0000-0000-000000000000}"/>
            </ac:spMkLst>
          </pc:spChg>
          <pc:spChg chg="add del">
            <ac:chgData name="CRISTIAN AUGUSTO ALONSO" userId="8bd297f2-7fb0-4884-a89f-a644fef730f4" providerId="ADAL" clId="{57E7E9CA-01DE-4AF1-A5FF-3DA33D0B3F6D}" dt="2023-10-15T19:31:37.178" v="1233" actId="478"/>
            <ac:spMkLst>
              <pc:docMk/>
              <pc:sldMasterMk cId="0" sldId="2147483660"/>
              <pc:sldLayoutMk cId="0" sldId="2147483669"/>
              <ac:spMk id="6" creationId="{00000000-0000-0000-0000-000000000000}"/>
            </ac:spMkLst>
          </pc:spChg>
          <pc:spChg chg="add del">
            <ac:chgData name="CRISTIAN AUGUSTO ALONSO" userId="8bd297f2-7fb0-4884-a89f-a644fef730f4" providerId="ADAL" clId="{57E7E9CA-01DE-4AF1-A5FF-3DA33D0B3F6D}" dt="2023-10-15T19:31:37.178" v="1233" actId="478"/>
            <ac:spMkLst>
              <pc:docMk/>
              <pc:sldMasterMk cId="0" sldId="2147483660"/>
              <pc:sldLayoutMk cId="0" sldId="2147483669"/>
              <ac:spMk id="7" creationId="{00000000-0000-0000-0000-000000000000}"/>
            </ac:spMkLst>
          </pc:spChg>
          <pc:spChg chg="add del mod">
            <ac:chgData name="CRISTIAN AUGUSTO ALONSO" userId="8bd297f2-7fb0-4884-a89f-a644fef730f4" providerId="ADAL" clId="{57E7E9CA-01DE-4AF1-A5FF-3DA33D0B3F6D}" dt="2023-10-15T19:31:34.636" v="1231"/>
            <ac:spMkLst>
              <pc:docMk/>
              <pc:sldMasterMk cId="0" sldId="2147483660"/>
              <pc:sldLayoutMk cId="0" sldId="2147483669"/>
              <ac:spMk id="8" creationId="{C962B8EF-A812-FCD8-10EE-5A85186A3B4D}"/>
            </ac:spMkLst>
          </pc:spChg>
          <pc:spChg chg="add del mod">
            <ac:chgData name="CRISTIAN AUGUSTO ALONSO" userId="8bd297f2-7fb0-4884-a89f-a644fef730f4" providerId="ADAL" clId="{57E7E9CA-01DE-4AF1-A5FF-3DA33D0B3F6D}" dt="2023-10-15T19:31:34.636" v="1231"/>
            <ac:spMkLst>
              <pc:docMk/>
              <pc:sldMasterMk cId="0" sldId="2147483660"/>
              <pc:sldLayoutMk cId="0" sldId="2147483669"/>
              <ac:spMk id="9" creationId="{13D51FDF-096F-CB00-A96B-4DECE8CB1D57}"/>
            </ac:spMkLst>
          </pc:spChg>
          <pc:spChg chg="add del mod">
            <ac:chgData name="CRISTIAN AUGUSTO ALONSO" userId="8bd297f2-7fb0-4884-a89f-a644fef730f4" providerId="ADAL" clId="{57E7E9CA-01DE-4AF1-A5FF-3DA33D0B3F6D}" dt="2023-10-15T19:31:34.636" v="1231"/>
            <ac:spMkLst>
              <pc:docMk/>
              <pc:sldMasterMk cId="0" sldId="2147483660"/>
              <pc:sldLayoutMk cId="0" sldId="2147483669"/>
              <ac:spMk id="10" creationId="{444EE23C-B14D-641D-813E-CAFC8A09B3E5}"/>
            </ac:spMkLst>
          </pc:spChg>
          <pc:spChg chg="add mod">
            <ac:chgData name="CRISTIAN AUGUSTO ALONSO" userId="8bd297f2-7fb0-4884-a89f-a644fef730f4" providerId="ADAL" clId="{57E7E9CA-01DE-4AF1-A5FF-3DA33D0B3F6D}" dt="2023-10-15T19:31:37.510" v="1234"/>
            <ac:spMkLst>
              <pc:docMk/>
              <pc:sldMasterMk cId="0" sldId="2147483660"/>
              <pc:sldLayoutMk cId="0" sldId="2147483669"/>
              <ac:spMk id="11" creationId="{DD9C460A-E0AD-97CD-548A-97FB3BD3D359}"/>
            </ac:spMkLst>
          </pc:spChg>
          <pc:spChg chg="add mod">
            <ac:chgData name="CRISTIAN AUGUSTO ALONSO" userId="8bd297f2-7fb0-4884-a89f-a644fef730f4" providerId="ADAL" clId="{57E7E9CA-01DE-4AF1-A5FF-3DA33D0B3F6D}" dt="2023-10-15T19:31:37.510" v="1234"/>
            <ac:spMkLst>
              <pc:docMk/>
              <pc:sldMasterMk cId="0" sldId="2147483660"/>
              <pc:sldLayoutMk cId="0" sldId="2147483669"/>
              <ac:spMk id="12" creationId="{0DBC00A0-4206-AB27-33B7-A06DC7056E54}"/>
            </ac:spMkLst>
          </pc:spChg>
          <pc:spChg chg="add mod">
            <ac:chgData name="CRISTIAN AUGUSTO ALONSO" userId="8bd297f2-7fb0-4884-a89f-a644fef730f4" providerId="ADAL" clId="{57E7E9CA-01DE-4AF1-A5FF-3DA33D0B3F6D}" dt="2023-10-15T19:31:37.510" v="1234"/>
            <ac:spMkLst>
              <pc:docMk/>
              <pc:sldMasterMk cId="0" sldId="2147483660"/>
              <pc:sldLayoutMk cId="0" sldId="2147483669"/>
              <ac:spMk id="13" creationId="{D2EB6F42-1070-D813-633E-7E4C7B712BBE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51.528" v="1240"/>
          <pc:sldLayoutMkLst>
            <pc:docMk/>
            <pc:sldMasterMk cId="0" sldId="2147483660"/>
            <pc:sldLayoutMk cId="0" sldId="2147483670"/>
          </pc:sldLayoutMkLst>
          <pc:spChg chg="del">
            <ac:chgData name="CRISTIAN AUGUSTO ALONSO" userId="8bd297f2-7fb0-4884-a89f-a644fef730f4" providerId="ADAL" clId="{57E7E9CA-01DE-4AF1-A5FF-3DA33D0B3F6D}" dt="2023-10-15T19:31:51.180" v="1239" actId="478"/>
            <ac:spMkLst>
              <pc:docMk/>
              <pc:sldMasterMk cId="0" sldId="2147483660"/>
              <pc:sldLayoutMk cId="0" sldId="2147483670"/>
              <ac:spMk id="4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51.180" v="1239" actId="478"/>
            <ac:spMkLst>
              <pc:docMk/>
              <pc:sldMasterMk cId="0" sldId="2147483660"/>
              <pc:sldLayoutMk cId="0" sldId="2147483670"/>
              <ac:spMk id="5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51.180" v="1239" actId="478"/>
            <ac:spMkLst>
              <pc:docMk/>
              <pc:sldMasterMk cId="0" sldId="2147483660"/>
              <pc:sldLayoutMk cId="0" sldId="2147483670"/>
              <ac:spMk id="6" creationId="{00000000-0000-0000-0000-000000000000}"/>
            </ac:spMkLst>
          </pc:spChg>
          <pc:spChg chg="add mod">
            <ac:chgData name="CRISTIAN AUGUSTO ALONSO" userId="8bd297f2-7fb0-4884-a89f-a644fef730f4" providerId="ADAL" clId="{57E7E9CA-01DE-4AF1-A5FF-3DA33D0B3F6D}" dt="2023-10-15T19:31:51.528" v="1240"/>
            <ac:spMkLst>
              <pc:docMk/>
              <pc:sldMasterMk cId="0" sldId="2147483660"/>
              <pc:sldLayoutMk cId="0" sldId="2147483670"/>
              <ac:spMk id="7" creationId="{D4D3FA97-4E7D-1613-3568-1031F19579EB}"/>
            </ac:spMkLst>
          </pc:spChg>
          <pc:spChg chg="add mod">
            <ac:chgData name="CRISTIAN AUGUSTO ALONSO" userId="8bd297f2-7fb0-4884-a89f-a644fef730f4" providerId="ADAL" clId="{57E7E9CA-01DE-4AF1-A5FF-3DA33D0B3F6D}" dt="2023-10-15T19:31:51.528" v="1240"/>
            <ac:spMkLst>
              <pc:docMk/>
              <pc:sldMasterMk cId="0" sldId="2147483660"/>
              <pc:sldLayoutMk cId="0" sldId="2147483670"/>
              <ac:spMk id="8" creationId="{0D5FA28D-7480-2767-E727-DD3D78817186}"/>
            </ac:spMkLst>
          </pc:spChg>
          <pc:spChg chg="add mod">
            <ac:chgData name="CRISTIAN AUGUSTO ALONSO" userId="8bd297f2-7fb0-4884-a89f-a644fef730f4" providerId="ADAL" clId="{57E7E9CA-01DE-4AF1-A5FF-3DA33D0B3F6D}" dt="2023-10-15T19:31:51.528" v="1240"/>
            <ac:spMkLst>
              <pc:docMk/>
              <pc:sldMasterMk cId="0" sldId="2147483660"/>
              <pc:sldLayoutMk cId="0" sldId="2147483670"/>
              <ac:spMk id="9" creationId="{580D96AC-79C1-A72D-003D-C0495A6FB7F1}"/>
            </ac:spMkLst>
          </pc:spChg>
        </pc:sldLayoutChg>
        <pc:sldLayoutChg chg="addSp delSp modSp mod">
          <pc:chgData name="CRISTIAN AUGUSTO ALONSO" userId="8bd297f2-7fb0-4884-a89f-a644fef730f4" providerId="ADAL" clId="{57E7E9CA-01DE-4AF1-A5FF-3DA33D0B3F6D}" dt="2023-10-15T19:31:48.431" v="1238"/>
          <pc:sldLayoutMkLst>
            <pc:docMk/>
            <pc:sldMasterMk cId="0" sldId="2147483660"/>
            <pc:sldLayoutMk cId="0" sldId="2147483671"/>
          </pc:sldLayoutMkLst>
          <pc:spChg chg="del">
            <ac:chgData name="CRISTIAN AUGUSTO ALONSO" userId="8bd297f2-7fb0-4884-a89f-a644fef730f4" providerId="ADAL" clId="{57E7E9CA-01DE-4AF1-A5FF-3DA33D0B3F6D}" dt="2023-10-15T19:31:42.242" v="1235" actId="478"/>
            <ac:spMkLst>
              <pc:docMk/>
              <pc:sldMasterMk cId="0" sldId="2147483660"/>
              <pc:sldLayoutMk cId="0" sldId="2147483671"/>
              <ac:spMk id="4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42.242" v="1235" actId="478"/>
            <ac:spMkLst>
              <pc:docMk/>
              <pc:sldMasterMk cId="0" sldId="2147483660"/>
              <pc:sldLayoutMk cId="0" sldId="2147483671"/>
              <ac:spMk id="5" creationId="{00000000-0000-0000-0000-000000000000}"/>
            </ac:spMkLst>
          </pc:spChg>
          <pc:spChg chg="del">
            <ac:chgData name="CRISTIAN AUGUSTO ALONSO" userId="8bd297f2-7fb0-4884-a89f-a644fef730f4" providerId="ADAL" clId="{57E7E9CA-01DE-4AF1-A5FF-3DA33D0B3F6D}" dt="2023-10-15T19:31:42.242" v="1235" actId="478"/>
            <ac:spMkLst>
              <pc:docMk/>
              <pc:sldMasterMk cId="0" sldId="2147483660"/>
              <pc:sldLayoutMk cId="0" sldId="2147483671"/>
              <ac:spMk id="6" creationId="{00000000-0000-0000-0000-000000000000}"/>
            </ac:spMkLst>
          </pc:spChg>
          <pc:spChg chg="add del mod">
            <ac:chgData name="CRISTIAN AUGUSTO ALONSO" userId="8bd297f2-7fb0-4884-a89f-a644fef730f4" providerId="ADAL" clId="{57E7E9CA-01DE-4AF1-A5FF-3DA33D0B3F6D}" dt="2023-10-15T19:31:48.117" v="1237" actId="478"/>
            <ac:spMkLst>
              <pc:docMk/>
              <pc:sldMasterMk cId="0" sldId="2147483660"/>
              <pc:sldLayoutMk cId="0" sldId="2147483671"/>
              <ac:spMk id="7" creationId="{D48E65B9-86E0-E03D-5C1D-77133A27A1A5}"/>
            </ac:spMkLst>
          </pc:spChg>
          <pc:spChg chg="add del mod">
            <ac:chgData name="CRISTIAN AUGUSTO ALONSO" userId="8bd297f2-7fb0-4884-a89f-a644fef730f4" providerId="ADAL" clId="{57E7E9CA-01DE-4AF1-A5FF-3DA33D0B3F6D}" dt="2023-10-15T19:31:48.117" v="1237" actId="478"/>
            <ac:spMkLst>
              <pc:docMk/>
              <pc:sldMasterMk cId="0" sldId="2147483660"/>
              <pc:sldLayoutMk cId="0" sldId="2147483671"/>
              <ac:spMk id="8" creationId="{865BE41A-E6AC-2C6A-1657-C30F4CB124C2}"/>
            </ac:spMkLst>
          </pc:spChg>
          <pc:spChg chg="add del mod">
            <ac:chgData name="CRISTIAN AUGUSTO ALONSO" userId="8bd297f2-7fb0-4884-a89f-a644fef730f4" providerId="ADAL" clId="{57E7E9CA-01DE-4AF1-A5FF-3DA33D0B3F6D}" dt="2023-10-15T19:31:48.117" v="1237" actId="478"/>
            <ac:spMkLst>
              <pc:docMk/>
              <pc:sldMasterMk cId="0" sldId="2147483660"/>
              <pc:sldLayoutMk cId="0" sldId="2147483671"/>
              <ac:spMk id="9" creationId="{E2062DD6-E137-94FB-BB92-F34B42D63202}"/>
            </ac:spMkLst>
          </pc:spChg>
          <pc:spChg chg="add mod">
            <ac:chgData name="CRISTIAN AUGUSTO ALONSO" userId="8bd297f2-7fb0-4884-a89f-a644fef730f4" providerId="ADAL" clId="{57E7E9CA-01DE-4AF1-A5FF-3DA33D0B3F6D}" dt="2023-10-15T19:31:48.431" v="1238"/>
            <ac:spMkLst>
              <pc:docMk/>
              <pc:sldMasterMk cId="0" sldId="2147483660"/>
              <pc:sldLayoutMk cId="0" sldId="2147483671"/>
              <ac:spMk id="10" creationId="{17FBC16F-E695-5329-2118-49D1F5D3B4EF}"/>
            </ac:spMkLst>
          </pc:spChg>
          <pc:spChg chg="add mod">
            <ac:chgData name="CRISTIAN AUGUSTO ALONSO" userId="8bd297f2-7fb0-4884-a89f-a644fef730f4" providerId="ADAL" clId="{57E7E9CA-01DE-4AF1-A5FF-3DA33D0B3F6D}" dt="2023-10-15T19:31:48.431" v="1238"/>
            <ac:spMkLst>
              <pc:docMk/>
              <pc:sldMasterMk cId="0" sldId="2147483660"/>
              <pc:sldLayoutMk cId="0" sldId="2147483671"/>
              <ac:spMk id="11" creationId="{C67AF99E-AE17-47A7-8984-A3B453B463DF}"/>
            </ac:spMkLst>
          </pc:spChg>
          <pc:spChg chg="add mod">
            <ac:chgData name="CRISTIAN AUGUSTO ALONSO" userId="8bd297f2-7fb0-4884-a89f-a644fef730f4" providerId="ADAL" clId="{57E7E9CA-01DE-4AF1-A5FF-3DA33D0B3F6D}" dt="2023-10-15T19:31:48.431" v="1238"/>
            <ac:spMkLst>
              <pc:docMk/>
              <pc:sldMasterMk cId="0" sldId="2147483660"/>
              <pc:sldLayoutMk cId="0" sldId="2147483671"/>
              <ac:spMk id="12" creationId="{8BA432E7-34AA-8819-5DED-54214A2891C8}"/>
            </ac:spMkLst>
          </pc:spChg>
        </pc:sldLayoutChg>
      </pc:sldMasterChg>
      <pc:sldMasterChg chg="modSp new del mod addSldLayout delSldLayout">
        <pc:chgData name="CRISTIAN AUGUSTO ALONSO" userId="8bd297f2-7fb0-4884-a89f-a644fef730f4" providerId="ADAL" clId="{57E7E9CA-01DE-4AF1-A5FF-3DA33D0B3F6D}" dt="2023-10-15T19:29:37.820" v="1201" actId="2696"/>
        <pc:sldMasterMkLst>
          <pc:docMk/>
          <pc:sldMasterMk cId="3364623429" sldId="2147483672"/>
        </pc:sldMasterMkLst>
        <pc:sldLayoutChg chg="new del replId">
          <pc:chgData name="CRISTIAN AUGUSTO ALONSO" userId="8bd297f2-7fb0-4884-a89f-a644fef730f4" providerId="ADAL" clId="{57E7E9CA-01DE-4AF1-A5FF-3DA33D0B3F6D}" dt="2023-10-15T19:29:37.768" v="1190" actId="2696"/>
          <pc:sldLayoutMkLst>
            <pc:docMk/>
            <pc:sldMasterMk cId="3364623429" sldId="2147483672"/>
            <pc:sldLayoutMk cId="859321293" sldId="2147483673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774" v="1191" actId="2696"/>
          <pc:sldLayoutMkLst>
            <pc:docMk/>
            <pc:sldMasterMk cId="3364623429" sldId="2147483672"/>
            <pc:sldLayoutMk cId="3358405100" sldId="2147483674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779" v="1192" actId="2696"/>
          <pc:sldLayoutMkLst>
            <pc:docMk/>
            <pc:sldMasterMk cId="3364623429" sldId="2147483672"/>
            <pc:sldLayoutMk cId="2506058046" sldId="2147483675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784" v="1193" actId="2696"/>
          <pc:sldLayoutMkLst>
            <pc:docMk/>
            <pc:sldMasterMk cId="3364623429" sldId="2147483672"/>
            <pc:sldLayoutMk cId="2960749679" sldId="2147483676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790" v="1194" actId="2696"/>
          <pc:sldLayoutMkLst>
            <pc:docMk/>
            <pc:sldMasterMk cId="3364623429" sldId="2147483672"/>
            <pc:sldLayoutMk cId="1007121543" sldId="2147483677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796" v="1195" actId="2696"/>
          <pc:sldLayoutMkLst>
            <pc:docMk/>
            <pc:sldMasterMk cId="3364623429" sldId="2147483672"/>
            <pc:sldLayoutMk cId="1771624220" sldId="2147483678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801" v="1196" actId="2696"/>
          <pc:sldLayoutMkLst>
            <pc:docMk/>
            <pc:sldMasterMk cId="3364623429" sldId="2147483672"/>
            <pc:sldLayoutMk cId="2536949706" sldId="2147483679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806" v="1197" actId="2696"/>
          <pc:sldLayoutMkLst>
            <pc:docMk/>
            <pc:sldMasterMk cId="3364623429" sldId="2147483672"/>
            <pc:sldLayoutMk cId="245075810" sldId="2147483680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811" v="1198" actId="2696"/>
          <pc:sldLayoutMkLst>
            <pc:docMk/>
            <pc:sldMasterMk cId="3364623429" sldId="2147483672"/>
            <pc:sldLayoutMk cId="3620382507" sldId="2147483681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814" v="1199" actId="2696"/>
          <pc:sldLayoutMkLst>
            <pc:docMk/>
            <pc:sldMasterMk cId="3364623429" sldId="2147483672"/>
            <pc:sldLayoutMk cId="911707226" sldId="2147483682"/>
          </pc:sldLayoutMkLst>
        </pc:sldLayoutChg>
        <pc:sldLayoutChg chg="new del replId">
          <pc:chgData name="CRISTIAN AUGUSTO ALONSO" userId="8bd297f2-7fb0-4884-a89f-a644fef730f4" providerId="ADAL" clId="{57E7E9CA-01DE-4AF1-A5FF-3DA33D0B3F6D}" dt="2023-10-15T19:29:37.816" v="1200" actId="2696"/>
          <pc:sldLayoutMkLst>
            <pc:docMk/>
            <pc:sldMasterMk cId="3364623429" sldId="2147483672"/>
            <pc:sldLayoutMk cId="746910912" sldId="214748368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03E3184-0DD0-4330-B307-8688D7B9F711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877613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2CD7E0F-B02B-4319-B3AD-8CB5D3A82CE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1623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80B4A4-F675-491C-87D1-DB36660ED784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14388" y="860425"/>
            <a:ext cx="5724525" cy="4294188"/>
          </a:xfrm>
          <a:solidFill>
            <a:srgbClr val="FFFFFF"/>
          </a:solidFill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s-ES_tradnl"/>
          </a:p>
        </p:txBody>
      </p:sp>
      <p:sp>
        <p:nvSpPr>
          <p:cNvPr id="2" name="Marcador de fech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4404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s-E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 sz="240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E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9083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29083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000"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716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3650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71ABFC3-0F89-6E73-D3D3-B5C2378E5F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A2921EA-0F11-B6F7-4D28-9679950078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6B0656EC-5885-BF74-6C3A-A64C96C5E0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41C1EC3-2774-B16E-EA7D-1B088C4544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3BD0584-009D-04DC-CBD8-11709A57B8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2B863636-9B6D-ACD3-6529-504C73AECB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38C486D-3508-F93A-E184-92E469BB39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CBF518B-6887-7237-07D0-239433D348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B1CDCEE8-7D8E-0DB8-C6AB-7CE4DC26A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BD2E155-E8BF-8AE9-8BB9-4E95EDE4B2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627313" y="6248400"/>
            <a:ext cx="3889375" cy="4572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BCB7E5F-5946-218C-8401-75C2525885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ln/>
        </p:spPr>
        <p:txBody>
          <a:bodyPr/>
          <a:lstStyle>
            <a:lvl1pPr>
              <a:defRPr/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2FC3949C-B017-0193-4208-9BE4BBD6E28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59548D3-6C4F-546C-2A9F-21CBD42287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7AB8BC1-DC8F-817E-E182-14DABCF19FA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2079565E-1C32-DB90-BBE9-2322821240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E4EBBF5B-8524-A03D-5232-ADACCD1CE6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CE5B524-FFFF-03B6-233D-38364CC94F7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04A2C20B-9331-C27A-6B7E-D703D37995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C012316-72B4-C1E2-6D69-82EF6E7C50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5552157-F49E-FD8B-1067-F18A0F6852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C9DF28A3-A7F1-6D23-49C4-8A0AF25696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D9C460A-E0AD-97CD-548A-97FB3BD3D3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DBC00A0-4206-AB27-33B7-A06DC7056E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D2EB6F42-1070-D813-633E-7E4C7B712B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4D3FA97-4E7D-1613-3568-1031F19579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D5FA28D-7480-2767-E727-DD3D788171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580D96AC-79C1-A72D-003D-C0495A6FB7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7FBC16F-E695-5329-2118-49D1F5D3B4E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67AF99E-AE17-47A7-8984-A3B453B463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8BA432E7-34AA-8819-5DED-54214A2891C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248400"/>
            <a:ext cx="388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99"/>
                </a:solidFill>
              </a:defRPr>
            </a:lvl1pPr>
          </a:lstStyle>
          <a:p>
            <a:r>
              <a:rPr lang="es-ES"/>
              <a:t>Story Mapping - SCRUM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fld id="{6BE7D107-DC66-4932-96D4-B8FC278B18AE}" type="slidenum">
              <a:rPr lang="es-ES" smtClean="0"/>
              <a:pPr/>
              <a:t>‹Nº›</a:t>
            </a:fld>
            <a:endParaRPr lang="es-E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979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s-ES" sz="2400">
                <a:latin typeface="Times New Roman" pitchFamily="18" charset="0"/>
              </a:endParaRPr>
            </a:p>
          </p:txBody>
        </p:sp>
        <p:sp>
          <p:nvSpPr>
            <p:cNvPr id="28979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 sz="2400">
                <a:latin typeface="Times New Roman" pitchFamily="18" charset="0"/>
              </a:endParaRPr>
            </a:p>
          </p:txBody>
        </p:sp>
        <p:sp>
          <p:nvSpPr>
            <p:cNvPr id="28979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>
                <a:solidFill>
                  <a:schemeClr val="hlink"/>
                </a:solidFill>
              </a:endParaRPr>
            </a:p>
          </p:txBody>
        </p:sp>
        <p:sp>
          <p:nvSpPr>
            <p:cNvPr id="28980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>
                <a:solidFill>
                  <a:schemeClr val="hlink"/>
                </a:solidFill>
              </a:endParaRPr>
            </a:p>
          </p:txBody>
        </p:sp>
        <p:sp>
          <p:nvSpPr>
            <p:cNvPr id="28980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>
                <a:solidFill>
                  <a:schemeClr val="accent2"/>
                </a:solidFill>
              </a:endParaRPr>
            </a:p>
          </p:txBody>
        </p:sp>
        <p:sp>
          <p:nvSpPr>
            <p:cNvPr id="28980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>
                <a:solidFill>
                  <a:schemeClr val="hlink"/>
                </a:solidFill>
              </a:endParaRPr>
            </a:p>
          </p:txBody>
        </p:sp>
        <p:sp>
          <p:nvSpPr>
            <p:cNvPr id="28980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 sz="2400">
                <a:latin typeface="Times New Roman" pitchFamily="18" charset="0"/>
              </a:endParaRPr>
            </a:p>
          </p:txBody>
        </p:sp>
        <p:sp>
          <p:nvSpPr>
            <p:cNvPr id="28980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>
                <a:solidFill>
                  <a:schemeClr val="accent2"/>
                </a:solidFill>
              </a:endParaRPr>
            </a:p>
          </p:txBody>
        </p:sp>
        <p:sp>
          <p:nvSpPr>
            <p:cNvPr id="28980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8980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99"/>
                </a:solidFill>
              </a:defRPr>
            </a:lvl1pPr>
          </a:lstStyle>
          <a:p>
            <a:r>
              <a:rPr lang="en-US"/>
              <a:t>MJ.Suárez Cabal, C.Augusto (2023)</a:t>
            </a:r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00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iis.uniovi.e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cabal@uniovi.es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F660A4-E06C-1FAC-DD8F-A5F368BB4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92600"/>
            <a:ext cx="8810625" cy="2420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endParaRPr lang="es-ES_tradnl" sz="1300" b="1" kern="0" dirty="0"/>
          </a:p>
          <a:p>
            <a:pPr algn="ctr">
              <a:lnSpc>
                <a:spcPct val="80000"/>
              </a:lnSpc>
            </a:pPr>
            <a:r>
              <a:rPr lang="es-ES_tradnl" sz="2400" b="1" kern="0" dirty="0"/>
              <a:t>Ingeniería del Proceso Software</a:t>
            </a:r>
          </a:p>
          <a:p>
            <a:pPr>
              <a:lnSpc>
                <a:spcPct val="80000"/>
              </a:lnSpc>
            </a:pPr>
            <a:endParaRPr lang="es-ES_tradnl" sz="1600" b="1" kern="0" dirty="0"/>
          </a:p>
          <a:p>
            <a:pPr>
              <a:lnSpc>
                <a:spcPct val="80000"/>
              </a:lnSpc>
            </a:pPr>
            <a:endParaRPr lang="es-ES_tradnl" sz="1600" b="1" kern="0" dirty="0"/>
          </a:p>
          <a:p>
            <a:pPr>
              <a:lnSpc>
                <a:spcPct val="80000"/>
              </a:lnSpc>
            </a:pPr>
            <a:endParaRPr lang="es-ES_tradnl" sz="1600" b="1" kern="0" dirty="0"/>
          </a:p>
          <a:p>
            <a:pPr algn="ctr">
              <a:lnSpc>
                <a:spcPct val="80000"/>
              </a:lnSpc>
            </a:pPr>
            <a:endParaRPr lang="es-ES_tradnl" sz="1600" b="1" kern="0" dirty="0"/>
          </a:p>
          <a:p>
            <a:pPr algn="ctr">
              <a:lnSpc>
                <a:spcPct val="80000"/>
              </a:lnSpc>
            </a:pPr>
            <a:endParaRPr lang="es-ES_tradnl" sz="1600" b="1" kern="0" dirty="0">
              <a:hlinkClick r:id="rId3"/>
            </a:endParaRPr>
          </a:p>
          <a:p>
            <a:pPr algn="ctr">
              <a:lnSpc>
                <a:spcPct val="80000"/>
              </a:lnSpc>
            </a:pPr>
            <a:r>
              <a:rPr lang="es-ES_tradnl" sz="1600" b="1" kern="0" dirty="0">
                <a:hlinkClick r:id="rId3"/>
              </a:rPr>
              <a:t>http://giis.uniovi.es/  </a:t>
            </a:r>
          </a:p>
          <a:p>
            <a:pPr algn="ctr">
              <a:lnSpc>
                <a:spcPct val="80000"/>
              </a:lnSpc>
            </a:pPr>
            <a:r>
              <a:rPr lang="es-ES_tradnl" sz="1600" b="1" kern="0" dirty="0"/>
              <a:t>Curso 2022-</a:t>
            </a:r>
            <a:fld id="{F57C2D28-9B58-495C-A5AD-0BFE18D8F79D}" type="datetimeyyyy">
              <a:rPr lang="en-US" sz="1600" b="1" kern="0" smtClean="0"/>
              <a:t>2023</a:t>
            </a:fld>
            <a:endParaRPr lang="es-ES_tradnl" sz="1600" b="1" kern="0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87675" y="1700213"/>
            <a:ext cx="5822950" cy="2449512"/>
          </a:xfrm>
        </p:spPr>
        <p:txBody>
          <a:bodyPr/>
          <a:lstStyle/>
          <a:p>
            <a:pPr eaLnBrk="1" hangingPunct="1"/>
            <a:r>
              <a:rPr lang="es-ES" sz="4000" b="0" dirty="0"/>
              <a:t>Ejercicio </a:t>
            </a:r>
            <a:r>
              <a:rPr lang="es-ES" sz="4000" b="0" dirty="0" err="1"/>
              <a:t>Story</a:t>
            </a:r>
            <a:r>
              <a:rPr lang="es-ES" sz="4000" b="0" dirty="0"/>
              <a:t> </a:t>
            </a:r>
            <a:r>
              <a:rPr lang="es-ES" sz="4000" b="0" dirty="0" err="1"/>
              <a:t>Mapping</a:t>
            </a:r>
            <a:endParaRPr lang="es-ES_tradnl" sz="3600" b="0" dirty="0"/>
          </a:p>
        </p:txBody>
      </p:sp>
      <p:pic>
        <p:nvPicPr>
          <p:cNvPr id="5124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536" y="5569723"/>
            <a:ext cx="1780706" cy="128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3CA8247-0E4C-C62B-FFF0-D4FAAB96929B}"/>
              </a:ext>
            </a:extLst>
          </p:cNvPr>
          <p:cNvSpPr txBox="1"/>
          <p:nvPr/>
        </p:nvSpPr>
        <p:spPr>
          <a:xfrm>
            <a:off x="395536" y="5013176"/>
            <a:ext cx="5019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1500" b="1" kern="0" dirty="0"/>
              <a:t>Cristian Augusto (augustocristian@uniovi.es)</a:t>
            </a:r>
          </a:p>
          <a:p>
            <a:pPr>
              <a:lnSpc>
                <a:spcPct val="80000"/>
              </a:lnSpc>
            </a:pPr>
            <a:r>
              <a:rPr lang="es-ES_tradnl" sz="1500" b="1" kern="0" dirty="0" err="1"/>
              <a:t>Mª</a:t>
            </a:r>
            <a:r>
              <a:rPr lang="es-ES_tradnl" sz="1500" b="1" kern="0" dirty="0"/>
              <a:t> José Suárez Cabal (</a:t>
            </a:r>
            <a:r>
              <a:rPr lang="es-ES_tradnl" sz="1500" b="1" kern="0" dirty="0">
                <a:hlinkClick r:id="rId5"/>
              </a:rPr>
              <a:t>cabal@uniovi.es</a:t>
            </a:r>
            <a:r>
              <a:rPr lang="es-ES_tradnl" sz="1500" b="1" kern="0" dirty="0"/>
              <a:t>)	</a:t>
            </a:r>
          </a:p>
        </p:txBody>
      </p:sp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D153366A-8759-2C3C-3FB6-0AF5A9655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95" y="5739843"/>
            <a:ext cx="1367830" cy="94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02540"/>
      </p:ext>
    </p:extLst>
  </p:cSld>
  <p:clrMapOvr>
    <a:masterClrMapping/>
  </p:clrMapOvr>
  <p:transition advClick="0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0BA043-58BC-C8D7-6D0E-DD52E5313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Story Mapping - SCRUM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059884-2936-0697-39E6-F7E6850BF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E7D107-DC66-4932-96D4-B8FC278B18AE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294DDF1B-490D-F36B-E411-D1023FA42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199" y="6245225"/>
            <a:ext cx="2781673" cy="476250"/>
          </a:xfrm>
        </p:spPr>
        <p:txBody>
          <a:bodyPr/>
          <a:lstStyle/>
          <a:p>
            <a:r>
              <a:rPr lang="en-US"/>
              <a:t>MJ.Suárez Cabal, C.Augusto (2023)</a:t>
            </a:r>
            <a:endParaRPr lang="es-E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1D780CC-6AC7-5A6F-4E8D-8C2A638567AD}"/>
              </a:ext>
            </a:extLst>
          </p:cNvPr>
          <p:cNvGrpSpPr/>
          <p:nvPr/>
        </p:nvGrpSpPr>
        <p:grpSpPr>
          <a:xfrm>
            <a:off x="613175" y="395835"/>
            <a:ext cx="8148758" cy="5968664"/>
            <a:chOff x="613175" y="412664"/>
            <a:chExt cx="8148758" cy="5968664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F266E6F-AFFD-B25F-4407-C8E995A0D923}"/>
                </a:ext>
              </a:extLst>
            </p:cNvPr>
            <p:cNvSpPr txBox="1"/>
            <p:nvPr/>
          </p:nvSpPr>
          <p:spPr>
            <a:xfrm>
              <a:off x="7627414" y="551163"/>
              <a:ext cx="909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Titillium Web" panose="00000500000000000000" pitchFamily="2" charset="0"/>
                </a:rPr>
                <a:t>Sprint I</a:t>
              </a:r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5D2D451C-32D9-6102-B7D7-B6204CF5D07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236296" y="548680"/>
              <a:ext cx="0" cy="583264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697F4B3B-45D5-8F78-5788-9668976B1B56}"/>
                </a:ext>
              </a:extLst>
            </p:cNvPr>
            <p:cNvGrpSpPr/>
            <p:nvPr/>
          </p:nvGrpSpPr>
          <p:grpSpPr>
            <a:xfrm>
              <a:off x="7402117" y="1424296"/>
              <a:ext cx="1359816" cy="4089402"/>
              <a:chOff x="7402117" y="1597102"/>
              <a:chExt cx="1359816" cy="4089402"/>
            </a:xfrm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257EBEDD-8145-8FE8-7EAE-8129B89F54EC}"/>
                  </a:ext>
                </a:extLst>
              </p:cNvPr>
              <p:cNvGrpSpPr/>
              <p:nvPr/>
            </p:nvGrpSpPr>
            <p:grpSpPr>
              <a:xfrm>
                <a:off x="8113861" y="5038175"/>
                <a:ext cx="648072" cy="648329"/>
                <a:chOff x="823817" y="1677404"/>
                <a:chExt cx="648072" cy="648329"/>
              </a:xfrm>
            </p:grpSpPr>
            <p:sp>
              <p:nvSpPr>
                <p:cNvPr id="13" name="Rectangle 30">
                  <a:extLst>
                    <a:ext uri="{FF2B5EF4-FFF2-40B4-BE49-F238E27FC236}">
                      <a16:creationId xmlns:a16="http://schemas.microsoft.com/office/drawing/2014/main" id="{1CA4D224-B343-9F30-2CC1-4309097D4302}"/>
                    </a:ext>
                  </a:extLst>
                </p:cNvPr>
                <p:cNvSpPr/>
                <p:nvPr/>
              </p:nvSpPr>
              <p:spPr>
                <a:xfrm>
                  <a:off x="823817" y="1677404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BUSCAR CURSO/ ASIGNATURA POR NOMBRE</a:t>
                  </a:r>
                </a:p>
              </p:txBody>
            </p:sp>
            <p:pic>
              <p:nvPicPr>
                <p:cNvPr id="14" name="Gráfico 13" descr="Marca de verificación con relleno sólido">
                  <a:extLst>
                    <a:ext uri="{FF2B5EF4-FFF2-40B4-BE49-F238E27FC236}">
                      <a16:creationId xmlns:a16="http://schemas.microsoft.com/office/drawing/2014/main" id="{11E87ED0-08B3-287B-71B6-068A15FD9F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6F7E1C3E-27B7-E666-FD94-8FF06D4D25DF}"/>
                  </a:ext>
                </a:extLst>
              </p:cNvPr>
              <p:cNvGrpSpPr/>
              <p:nvPr/>
            </p:nvGrpSpPr>
            <p:grpSpPr>
              <a:xfrm>
                <a:off x="8113861" y="4349962"/>
                <a:ext cx="648072" cy="648329"/>
                <a:chOff x="827584" y="1676548"/>
                <a:chExt cx="648072" cy="648329"/>
              </a:xfrm>
            </p:grpSpPr>
            <p:sp>
              <p:nvSpPr>
                <p:cNvPr id="16" name="Rectangle 30">
                  <a:extLst>
                    <a:ext uri="{FF2B5EF4-FFF2-40B4-BE49-F238E27FC236}">
                      <a16:creationId xmlns:a16="http://schemas.microsoft.com/office/drawing/2014/main" id="{BFD5412D-8B5B-9EF9-0548-066C610D2C7A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CREAR CURSO NOMBRE-DESCRIPCIÓN</a:t>
                  </a:r>
                </a:p>
              </p:txBody>
            </p:sp>
            <p:pic>
              <p:nvPicPr>
                <p:cNvPr id="17" name="Gráfico 16" descr="Marca de verificación con relleno sólido">
                  <a:extLst>
                    <a:ext uri="{FF2B5EF4-FFF2-40B4-BE49-F238E27FC236}">
                      <a16:creationId xmlns:a16="http://schemas.microsoft.com/office/drawing/2014/main" id="{817FA9BF-DCBE-D685-6E9B-77AE9F3647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72C3B091-ED38-929D-AED3-70ECFFA41C35}"/>
                  </a:ext>
                </a:extLst>
              </p:cNvPr>
              <p:cNvGrpSpPr/>
              <p:nvPr/>
            </p:nvGrpSpPr>
            <p:grpSpPr>
              <a:xfrm>
                <a:off x="7402117" y="2284237"/>
                <a:ext cx="648072" cy="648329"/>
                <a:chOff x="827584" y="1676548"/>
                <a:chExt cx="648072" cy="648329"/>
              </a:xfrm>
            </p:grpSpPr>
            <p:sp>
              <p:nvSpPr>
                <p:cNvPr id="19" name="Rectangle 30">
                  <a:extLst>
                    <a:ext uri="{FF2B5EF4-FFF2-40B4-BE49-F238E27FC236}">
                      <a16:creationId xmlns:a16="http://schemas.microsoft.com/office/drawing/2014/main" id="{F502BDB4-20E9-2F80-C668-063FD3900AB9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CREAR UNA ENTREGA</a:t>
                  </a:r>
                </a:p>
              </p:txBody>
            </p:sp>
            <p:pic>
              <p:nvPicPr>
                <p:cNvPr id="20" name="Gráfico 19" descr="Marca de verificación con relleno sólido">
                  <a:extLst>
                    <a:ext uri="{FF2B5EF4-FFF2-40B4-BE49-F238E27FC236}">
                      <a16:creationId xmlns:a16="http://schemas.microsoft.com/office/drawing/2014/main" id="{5431ABC2-FEBB-B79F-F4FF-FA1E15FA7C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21" name="Grupo 20">
                <a:extLst>
                  <a:ext uri="{FF2B5EF4-FFF2-40B4-BE49-F238E27FC236}">
                    <a16:creationId xmlns:a16="http://schemas.microsoft.com/office/drawing/2014/main" id="{382F01D1-431E-E5A9-16BC-3D2E299A7197}"/>
                  </a:ext>
                </a:extLst>
              </p:cNvPr>
              <p:cNvGrpSpPr/>
              <p:nvPr/>
            </p:nvGrpSpPr>
            <p:grpSpPr>
              <a:xfrm>
                <a:off x="8113861" y="1597102"/>
                <a:ext cx="648072" cy="648329"/>
                <a:chOff x="827584" y="1676548"/>
                <a:chExt cx="648072" cy="648329"/>
              </a:xfrm>
            </p:grpSpPr>
            <p:sp>
              <p:nvSpPr>
                <p:cNvPr id="22" name="Rectangle 30">
                  <a:extLst>
                    <a:ext uri="{FF2B5EF4-FFF2-40B4-BE49-F238E27FC236}">
                      <a16:creationId xmlns:a16="http://schemas.microsoft.com/office/drawing/2014/main" id="{3301B5E4-5660-4D48-73AB-63EB8BDF005F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ELIMINAR UNA ENTREGA</a:t>
                  </a:r>
                </a:p>
              </p:txBody>
            </p:sp>
            <p:pic>
              <p:nvPicPr>
                <p:cNvPr id="23" name="Gráfico 22" descr="Marca de verificación con relleno sólido">
                  <a:extLst>
                    <a:ext uri="{FF2B5EF4-FFF2-40B4-BE49-F238E27FC236}">
                      <a16:creationId xmlns:a16="http://schemas.microsoft.com/office/drawing/2014/main" id="{7B1AC395-6538-D674-86EB-73B8BA40C1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5E1F9B04-6669-F047-EE99-5CF2FE64BCEE}"/>
                  </a:ext>
                </a:extLst>
              </p:cNvPr>
              <p:cNvGrpSpPr/>
              <p:nvPr/>
            </p:nvGrpSpPr>
            <p:grpSpPr>
              <a:xfrm>
                <a:off x="8113861" y="3661747"/>
                <a:ext cx="648072" cy="648329"/>
                <a:chOff x="827584" y="1676548"/>
                <a:chExt cx="648072" cy="648329"/>
              </a:xfrm>
            </p:grpSpPr>
            <p:sp>
              <p:nvSpPr>
                <p:cNvPr id="25" name="Rectangle 30">
                  <a:extLst>
                    <a:ext uri="{FF2B5EF4-FFF2-40B4-BE49-F238E27FC236}">
                      <a16:creationId xmlns:a16="http://schemas.microsoft.com/office/drawing/2014/main" id="{FE6F69EE-8F35-9D1E-483A-257F1D538D15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CREAR UNA SECCIÓN</a:t>
                  </a:r>
                </a:p>
              </p:txBody>
            </p:sp>
            <p:pic>
              <p:nvPicPr>
                <p:cNvPr id="26" name="Gráfico 25" descr="Marca de verificación con relleno sólido">
                  <a:extLst>
                    <a:ext uri="{FF2B5EF4-FFF2-40B4-BE49-F238E27FC236}">
                      <a16:creationId xmlns:a16="http://schemas.microsoft.com/office/drawing/2014/main" id="{C58A6573-9E4C-0E39-F388-24A06A71F8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787CF865-885C-AE51-39F6-EA3BDBD37DC0}"/>
                  </a:ext>
                </a:extLst>
              </p:cNvPr>
              <p:cNvGrpSpPr/>
              <p:nvPr/>
            </p:nvGrpSpPr>
            <p:grpSpPr>
              <a:xfrm>
                <a:off x="7402117" y="4351039"/>
                <a:ext cx="648072" cy="648329"/>
                <a:chOff x="827584" y="1676548"/>
                <a:chExt cx="648072" cy="648329"/>
              </a:xfrm>
            </p:grpSpPr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145D8E5D-17B0-2207-25D3-CBF120C7498F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ELIMINAR UN CURSO MANUAL</a:t>
                  </a:r>
                </a:p>
              </p:txBody>
            </p:sp>
            <p:pic>
              <p:nvPicPr>
                <p:cNvPr id="29" name="Gráfico 28" descr="Marca de verificación con relleno sólido">
                  <a:extLst>
                    <a:ext uri="{FF2B5EF4-FFF2-40B4-BE49-F238E27FC236}">
                      <a16:creationId xmlns:a16="http://schemas.microsoft.com/office/drawing/2014/main" id="{9E135834-599B-429D-9C32-062A4CEE19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C62EED8-0168-4C97-1C27-9467773AD261}"/>
                  </a:ext>
                </a:extLst>
              </p:cNvPr>
              <p:cNvGrpSpPr/>
              <p:nvPr/>
            </p:nvGrpSpPr>
            <p:grpSpPr>
              <a:xfrm>
                <a:off x="7402117" y="2971372"/>
                <a:ext cx="648072" cy="648329"/>
                <a:chOff x="827584" y="1676548"/>
                <a:chExt cx="648072" cy="648329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0BF7DCB-A6B4-0A9F-0B82-DAB75839A7FB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ALTA PROFESOR</a:t>
                  </a:r>
                </a:p>
              </p:txBody>
            </p:sp>
            <p:pic>
              <p:nvPicPr>
                <p:cNvPr id="32" name="Gráfico 31" descr="Marca de verificación con relleno sólido">
                  <a:extLst>
                    <a:ext uri="{FF2B5EF4-FFF2-40B4-BE49-F238E27FC236}">
                      <a16:creationId xmlns:a16="http://schemas.microsoft.com/office/drawing/2014/main" id="{B6BFD4D7-3E20-C8D3-9AA8-DAB9F38A50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A3B12AB0-0730-D63E-F067-13F0C4F97C4B}"/>
                  </a:ext>
                </a:extLst>
              </p:cNvPr>
              <p:cNvGrpSpPr/>
              <p:nvPr/>
            </p:nvGrpSpPr>
            <p:grpSpPr>
              <a:xfrm>
                <a:off x="7402117" y="1597102"/>
                <a:ext cx="648072" cy="648329"/>
                <a:chOff x="827584" y="1676548"/>
                <a:chExt cx="648072" cy="648329"/>
              </a:xfrm>
            </p:grpSpPr>
            <p:sp>
              <p:nvSpPr>
                <p:cNvPr id="34" name="Rectangle 30">
                  <a:extLst>
                    <a:ext uri="{FF2B5EF4-FFF2-40B4-BE49-F238E27FC236}">
                      <a16:creationId xmlns:a16="http://schemas.microsoft.com/office/drawing/2014/main" id="{A9A874BC-C8F1-045D-B128-D8047449B476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ALTA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 ALUMNO</a:t>
                  </a:r>
                </a:p>
              </p:txBody>
            </p:sp>
            <p:pic>
              <p:nvPicPr>
                <p:cNvPr id="35" name="Gráfico 34" descr="Marca de verificación con relleno sólido">
                  <a:extLst>
                    <a:ext uri="{FF2B5EF4-FFF2-40B4-BE49-F238E27FC236}">
                      <a16:creationId xmlns:a16="http://schemas.microsoft.com/office/drawing/2014/main" id="{1932A0FE-2BE8-FB75-E002-5C488CA28C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AFDC5390-3322-05D0-168C-A6A9587EA51F}"/>
                  </a:ext>
                </a:extLst>
              </p:cNvPr>
              <p:cNvGrpSpPr/>
              <p:nvPr/>
            </p:nvGrpSpPr>
            <p:grpSpPr>
              <a:xfrm>
                <a:off x="8113861" y="2285317"/>
                <a:ext cx="648072" cy="648329"/>
                <a:chOff x="827584" y="1676548"/>
                <a:chExt cx="648072" cy="648329"/>
              </a:xfrm>
            </p:grpSpPr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88F9A401-AF53-1DFC-112A-5C2B592469C4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ELIMINAR USUARIO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INDIVIDUAL</a:t>
                  </a:r>
                </a:p>
              </p:txBody>
            </p:sp>
            <p:pic>
              <p:nvPicPr>
                <p:cNvPr id="38" name="Gráfico 37" descr="Marca de verificación con relleno sólido">
                  <a:extLst>
                    <a:ext uri="{FF2B5EF4-FFF2-40B4-BE49-F238E27FC236}">
                      <a16:creationId xmlns:a16="http://schemas.microsoft.com/office/drawing/2014/main" id="{C3269716-E0DB-E9DE-B44A-49E8B0F981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348DE86A-CBDE-9033-92EB-5E5619DABAA5}"/>
                  </a:ext>
                </a:extLst>
              </p:cNvPr>
              <p:cNvGrpSpPr/>
              <p:nvPr/>
            </p:nvGrpSpPr>
            <p:grpSpPr>
              <a:xfrm>
                <a:off x="8113861" y="2973532"/>
                <a:ext cx="648072" cy="648329"/>
                <a:chOff x="827584" y="1676548"/>
                <a:chExt cx="648072" cy="648329"/>
              </a:xfrm>
            </p:grpSpPr>
            <p:sp>
              <p:nvSpPr>
                <p:cNvPr id="40" name="Rectangle 30">
                  <a:extLst>
                    <a:ext uri="{FF2B5EF4-FFF2-40B4-BE49-F238E27FC236}">
                      <a16:creationId xmlns:a16="http://schemas.microsoft.com/office/drawing/2014/main" id="{0BA76E14-9AD4-77E3-87EC-CEBAC596F38E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ELIMINAR VARIOS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USUARIOS</a:t>
                  </a:r>
                </a:p>
              </p:txBody>
            </p:sp>
            <p:pic>
              <p:nvPicPr>
                <p:cNvPr id="41" name="Gráfico 40" descr="Marca de verificación con relleno sólido">
                  <a:extLst>
                    <a:ext uri="{FF2B5EF4-FFF2-40B4-BE49-F238E27FC236}">
                      <a16:creationId xmlns:a16="http://schemas.microsoft.com/office/drawing/2014/main" id="{E45C4273-0691-F526-C9EF-03E255436C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B27D1EE-1727-2B35-4CC0-90E7B0CFA515}"/>
                  </a:ext>
                </a:extLst>
              </p:cNvPr>
              <p:cNvGrpSpPr/>
              <p:nvPr/>
            </p:nvGrpSpPr>
            <p:grpSpPr>
              <a:xfrm>
                <a:off x="7402117" y="3658507"/>
                <a:ext cx="648072" cy="653726"/>
                <a:chOff x="823817" y="1683340"/>
                <a:chExt cx="648072" cy="653726"/>
              </a:xfrm>
            </p:grpSpPr>
            <p:sp>
              <p:nvSpPr>
                <p:cNvPr id="43" name="Rectangle 30">
                  <a:extLst>
                    <a:ext uri="{FF2B5EF4-FFF2-40B4-BE49-F238E27FC236}">
                      <a16:creationId xmlns:a16="http://schemas.microsoft.com/office/drawing/2014/main" id="{C6C01F65-BE7C-7910-2663-CF488FCD2E1A}"/>
                    </a:ext>
                  </a:extLst>
                </p:cNvPr>
                <p:cNvSpPr/>
                <p:nvPr/>
              </p:nvSpPr>
              <p:spPr>
                <a:xfrm>
                  <a:off x="823817" y="1688737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BUSCAR CURSO/ ASIGNATURA POR AÑO ACADÉMICO</a:t>
                  </a:r>
                </a:p>
              </p:txBody>
            </p:sp>
            <p:pic>
              <p:nvPicPr>
                <p:cNvPr id="44" name="Gráfico 43" descr="Marca de verificación con relleno sólido">
                  <a:extLst>
                    <a:ext uri="{FF2B5EF4-FFF2-40B4-BE49-F238E27FC236}">
                      <a16:creationId xmlns:a16="http://schemas.microsoft.com/office/drawing/2014/main" id="{10E1CD29-1B02-51D9-33D4-94F5BEFB53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D3C125BC-99B4-BC1F-F02D-60602EFA690B}"/>
                  </a:ext>
                </a:extLst>
              </p:cNvPr>
              <p:cNvGrpSpPr/>
              <p:nvPr/>
            </p:nvGrpSpPr>
            <p:grpSpPr>
              <a:xfrm>
                <a:off x="7402117" y="5038175"/>
                <a:ext cx="648072" cy="648329"/>
                <a:chOff x="827584" y="1676548"/>
                <a:chExt cx="648072" cy="648329"/>
              </a:xfrm>
            </p:grpSpPr>
            <p:sp>
              <p:nvSpPr>
                <p:cNvPr id="55" name="Rectangle 30">
                  <a:extLst>
                    <a:ext uri="{FF2B5EF4-FFF2-40B4-BE49-F238E27FC236}">
                      <a16:creationId xmlns:a16="http://schemas.microsoft.com/office/drawing/2014/main" id="{BA2DD245-BE9E-7416-0CAE-DD0136CBD656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1EA18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CREAR ASIGNATURA ASOCIAR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CURSO</a:t>
                  </a:r>
                </a:p>
              </p:txBody>
            </p:sp>
            <p:pic>
              <p:nvPicPr>
                <p:cNvPr id="56" name="Gráfico 55" descr="Marca de verificación con relleno sólido">
                  <a:extLst>
                    <a:ext uri="{FF2B5EF4-FFF2-40B4-BE49-F238E27FC236}">
                      <a16:creationId xmlns:a16="http://schemas.microsoft.com/office/drawing/2014/main" id="{FAC9492E-7B49-0AF0-DD14-05573E92B6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C39B8F95-363C-D440-597E-D84B095F82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11760" y="548680"/>
              <a:ext cx="0" cy="583264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8F90F8DE-8626-51D8-F21B-735DF36C6B4D}"/>
                </a:ext>
              </a:extLst>
            </p:cNvPr>
            <p:cNvSpPr txBox="1"/>
            <p:nvPr/>
          </p:nvSpPr>
          <p:spPr>
            <a:xfrm>
              <a:off x="2788383" y="412664"/>
              <a:ext cx="9749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Titillium Web" panose="00000500000000000000" pitchFamily="2" charset="0"/>
                </a:rPr>
                <a:t>Sprint </a:t>
              </a:r>
            </a:p>
            <a:p>
              <a:pPr algn="ctr"/>
              <a:r>
                <a:rPr lang="en-US" b="1">
                  <a:latin typeface="Titillium Web" panose="00000500000000000000" pitchFamily="2" charset="0"/>
                </a:rPr>
                <a:t>Backlog</a:t>
              </a:r>
            </a:p>
          </p:txBody>
        </p: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44AE062B-5A5F-A258-C407-002ADBFE2A1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139952" y="548680"/>
              <a:ext cx="0" cy="583264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29655799-7C86-89A6-49FD-11A6F135FE7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652120" y="548680"/>
              <a:ext cx="0" cy="583264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64B5B1F8-C8A6-D01D-080F-A5BAEAD56555}"/>
                </a:ext>
              </a:extLst>
            </p:cNvPr>
            <p:cNvGrpSpPr/>
            <p:nvPr/>
          </p:nvGrpSpPr>
          <p:grpSpPr>
            <a:xfrm>
              <a:off x="2951820" y="2264941"/>
              <a:ext cx="649431" cy="2408112"/>
              <a:chOff x="2915816" y="1461896"/>
              <a:chExt cx="649431" cy="2408112"/>
            </a:xfrm>
          </p:grpSpPr>
          <p:sp>
            <p:nvSpPr>
              <p:cNvPr id="63" name="Rectangle 30">
                <a:extLst>
                  <a:ext uri="{FF2B5EF4-FFF2-40B4-BE49-F238E27FC236}">
                    <a16:creationId xmlns:a16="http://schemas.microsoft.com/office/drawing/2014/main" id="{1A0F6BF0-00C2-E686-267D-0532A0A815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15816" y="1461896"/>
                <a:ext cx="648072" cy="648329"/>
              </a:xfrm>
              <a:prstGeom prst="rect">
                <a:avLst/>
              </a:prstGeom>
              <a:solidFill>
                <a:srgbClr val="BD39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s-E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ELIMINAR </a:t>
                </a:r>
              </a:p>
              <a:p>
                <a:pPr algn="ctr"/>
                <a:r>
                  <a:rPr lang="es-E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VARIOS RECURSOS</a:t>
                </a:r>
              </a:p>
            </p:txBody>
          </p:sp>
          <p:sp>
            <p:nvSpPr>
              <p:cNvPr id="64" name="Rectangle 30">
                <a:extLst>
                  <a:ext uri="{FF2B5EF4-FFF2-40B4-BE49-F238E27FC236}">
                    <a16:creationId xmlns:a16="http://schemas.microsoft.com/office/drawing/2014/main" id="{3B60242B-5231-E87A-97FF-13441AC388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15816" y="2341788"/>
                <a:ext cx="648072" cy="648329"/>
              </a:xfrm>
              <a:prstGeom prst="rect">
                <a:avLst/>
              </a:prstGeom>
              <a:solidFill>
                <a:srgbClr val="BD39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ELIMINAR </a:t>
                </a:r>
              </a:p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VARIAS ASIGNATURAS</a:t>
                </a:r>
              </a:p>
            </p:txBody>
          </p:sp>
          <p:sp>
            <p:nvSpPr>
              <p:cNvPr id="67" name="Rectangle 30">
                <a:extLst>
                  <a:ext uri="{FF2B5EF4-FFF2-40B4-BE49-F238E27FC236}">
                    <a16:creationId xmlns:a16="http://schemas.microsoft.com/office/drawing/2014/main" id="{EFC7D9EF-7556-4C76-5FF3-B0D1457A381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17175" y="3221679"/>
                <a:ext cx="648072" cy="648329"/>
              </a:xfrm>
              <a:prstGeom prst="rect">
                <a:avLst/>
              </a:prstGeom>
              <a:solidFill>
                <a:srgbClr val="BD39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 dirty="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INTEGRAR  SERVICIOS ACADÉMICOS PARA DAR DE ALTA USUARIO </a:t>
                </a:r>
              </a:p>
            </p:txBody>
          </p:sp>
        </p:grp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65B815DA-0B2B-CA6E-91A3-BD152580BD2D}"/>
                </a:ext>
              </a:extLst>
            </p:cNvPr>
            <p:cNvSpPr txBox="1"/>
            <p:nvPr/>
          </p:nvSpPr>
          <p:spPr>
            <a:xfrm>
              <a:off x="4197529" y="551163"/>
              <a:ext cx="1406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Titillium Web" panose="00000500000000000000" pitchFamily="2" charset="0"/>
                </a:rPr>
                <a:t>On Progress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AB8B9E09-FD5E-B60A-93FF-43A8A0D39F79}"/>
                </a:ext>
              </a:extLst>
            </p:cNvPr>
            <p:cNvSpPr txBox="1"/>
            <p:nvPr/>
          </p:nvSpPr>
          <p:spPr>
            <a:xfrm>
              <a:off x="6091695" y="551163"/>
              <a:ext cx="700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Titillium Web" panose="00000500000000000000" pitchFamily="2" charset="0"/>
                </a:rPr>
                <a:t>Done</a:t>
              </a:r>
            </a:p>
          </p:txBody>
        </p:sp>
        <p:grpSp>
          <p:nvGrpSpPr>
            <p:cNvPr id="155" name="Grupo 154">
              <a:extLst>
                <a:ext uri="{FF2B5EF4-FFF2-40B4-BE49-F238E27FC236}">
                  <a16:creationId xmlns:a16="http://schemas.microsoft.com/office/drawing/2014/main" id="{47965E67-2513-52C5-99DE-3A469988404D}"/>
                </a:ext>
              </a:extLst>
            </p:cNvPr>
            <p:cNvGrpSpPr/>
            <p:nvPr/>
          </p:nvGrpSpPr>
          <p:grpSpPr>
            <a:xfrm>
              <a:off x="4573122" y="1833012"/>
              <a:ext cx="654969" cy="3271971"/>
              <a:chOff x="4639433" y="1461895"/>
              <a:chExt cx="654969" cy="3271971"/>
            </a:xfrm>
          </p:grpSpPr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E5ED0907-96CA-4277-C028-29ADF9D584B1}"/>
                  </a:ext>
                </a:extLst>
              </p:cNvPr>
              <p:cNvGrpSpPr/>
              <p:nvPr/>
            </p:nvGrpSpPr>
            <p:grpSpPr>
              <a:xfrm>
                <a:off x="4641687" y="2331856"/>
                <a:ext cx="648072" cy="648329"/>
                <a:chOff x="827584" y="1676548"/>
                <a:chExt cx="648072" cy="648329"/>
              </a:xfrm>
            </p:grpSpPr>
            <p:sp>
              <p:nvSpPr>
                <p:cNvPr id="72" name="Rectangle 30">
                  <a:extLst>
                    <a:ext uri="{FF2B5EF4-FFF2-40B4-BE49-F238E27FC236}">
                      <a16:creationId xmlns:a16="http://schemas.microsoft.com/office/drawing/2014/main" id="{41299B4A-2B30-7976-9A5F-F4BF9A32B656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CREAR UN CURSO USANDO UNA PLANTILLA</a:t>
                  </a:r>
                </a:p>
              </p:txBody>
            </p:sp>
            <p:pic>
              <p:nvPicPr>
                <p:cNvPr id="73" name="Gráfico 72" descr="Cronómetro 50% con relleno sólido">
                  <a:extLst>
                    <a:ext uri="{FF2B5EF4-FFF2-40B4-BE49-F238E27FC236}">
                      <a16:creationId xmlns:a16="http://schemas.microsoft.com/office/drawing/2014/main" id="{82048319-E313-DFE5-5C09-4E7DD21747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74" name="Grupo 73">
                <a:extLst>
                  <a:ext uri="{FF2B5EF4-FFF2-40B4-BE49-F238E27FC236}">
                    <a16:creationId xmlns:a16="http://schemas.microsoft.com/office/drawing/2014/main" id="{912D6B7C-5B17-5EC7-E251-C3279865D371}"/>
                  </a:ext>
                </a:extLst>
              </p:cNvPr>
              <p:cNvGrpSpPr/>
              <p:nvPr/>
            </p:nvGrpSpPr>
            <p:grpSpPr>
              <a:xfrm>
                <a:off x="4646330" y="4085537"/>
                <a:ext cx="648072" cy="648329"/>
                <a:chOff x="827584" y="1676548"/>
                <a:chExt cx="648072" cy="648329"/>
              </a:xfrm>
            </p:grpSpPr>
            <p:sp>
              <p:nvSpPr>
                <p:cNvPr id="75" name="Rectangle 30">
                  <a:extLst>
                    <a:ext uri="{FF2B5EF4-FFF2-40B4-BE49-F238E27FC236}">
                      <a16:creationId xmlns:a16="http://schemas.microsoft.com/office/drawing/2014/main" id="{349948D8-5C17-FC02-9160-179DCCCAA9A3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s-E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AÑADIR UN DOCUMENTO A UN RECURSO</a:t>
                  </a:r>
                </a:p>
              </p:txBody>
            </p:sp>
            <p:pic>
              <p:nvPicPr>
                <p:cNvPr id="76" name="Gráfico 75" descr="Cronómetro 50% con relleno sólido">
                  <a:extLst>
                    <a:ext uri="{FF2B5EF4-FFF2-40B4-BE49-F238E27FC236}">
                      <a16:creationId xmlns:a16="http://schemas.microsoft.com/office/drawing/2014/main" id="{09358B94-88B0-A9CD-6862-C458FFC02C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70DD3D0E-4560-DC4C-001B-E5E8D3D6F2DA}"/>
                  </a:ext>
                </a:extLst>
              </p:cNvPr>
              <p:cNvGrpSpPr/>
              <p:nvPr/>
            </p:nvGrpSpPr>
            <p:grpSpPr>
              <a:xfrm>
                <a:off x="4639433" y="1461895"/>
                <a:ext cx="648072" cy="648329"/>
                <a:chOff x="827584" y="1676548"/>
                <a:chExt cx="648072" cy="648329"/>
              </a:xfrm>
            </p:grpSpPr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40B515B1-C678-AB42-7016-499023CFA35F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s-E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ELIMINAR </a:t>
                  </a:r>
                </a:p>
                <a:p>
                  <a:pPr algn="ctr"/>
                  <a:r>
                    <a:rPr lang="es-E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UN RECURSO</a:t>
                  </a:r>
                </a:p>
              </p:txBody>
            </p:sp>
            <p:pic>
              <p:nvPicPr>
                <p:cNvPr id="79" name="Gráfico 78" descr="Cronómetro 50% con relleno sólido">
                  <a:extLst>
                    <a:ext uri="{FF2B5EF4-FFF2-40B4-BE49-F238E27FC236}">
                      <a16:creationId xmlns:a16="http://schemas.microsoft.com/office/drawing/2014/main" id="{893888E5-D4E4-7DC6-BBC0-043CEA0690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80" name="Grupo 79">
                <a:extLst>
                  <a:ext uri="{FF2B5EF4-FFF2-40B4-BE49-F238E27FC236}">
                    <a16:creationId xmlns:a16="http://schemas.microsoft.com/office/drawing/2014/main" id="{A544C05D-C74B-EDD5-4AA2-B24E7C45D2FD}"/>
                  </a:ext>
                </a:extLst>
              </p:cNvPr>
              <p:cNvGrpSpPr/>
              <p:nvPr/>
            </p:nvGrpSpPr>
            <p:grpSpPr>
              <a:xfrm>
                <a:off x="4646330" y="3193675"/>
                <a:ext cx="648072" cy="648329"/>
                <a:chOff x="827584" y="1676548"/>
                <a:chExt cx="648072" cy="648329"/>
              </a:xfrm>
            </p:grpSpPr>
            <p:sp>
              <p:nvSpPr>
                <p:cNvPr id="81" name="Rectangle 30">
                  <a:extLst>
                    <a:ext uri="{FF2B5EF4-FFF2-40B4-BE49-F238E27FC236}">
                      <a16:creationId xmlns:a16="http://schemas.microsoft.com/office/drawing/2014/main" id="{9B2C14BD-B0A5-5210-51F7-EF6829B383CC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MODIFICAR  UN CURSO  O ASIGNATURA</a:t>
                  </a:r>
                </a:p>
              </p:txBody>
            </p:sp>
            <p:pic>
              <p:nvPicPr>
                <p:cNvPr id="82" name="Gráfico 81" descr="Cronómetro 50% con relleno sólido">
                  <a:extLst>
                    <a:ext uri="{FF2B5EF4-FFF2-40B4-BE49-F238E27FC236}">
                      <a16:creationId xmlns:a16="http://schemas.microsoft.com/office/drawing/2014/main" id="{D84188A1-3095-8B70-0593-7AEF22118A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932BB330-D518-4E2F-C693-33FB0F40ACD1}"/>
                </a:ext>
              </a:extLst>
            </p:cNvPr>
            <p:cNvGrpSpPr/>
            <p:nvPr/>
          </p:nvGrpSpPr>
          <p:grpSpPr>
            <a:xfrm>
              <a:off x="5753548" y="1303007"/>
              <a:ext cx="1377129" cy="4331980"/>
              <a:chOff x="5753548" y="1453711"/>
              <a:chExt cx="1377129" cy="4331980"/>
            </a:xfrm>
          </p:grpSpPr>
          <p:grpSp>
            <p:nvGrpSpPr>
              <p:cNvPr id="45" name="Grupo 44">
                <a:extLst>
                  <a:ext uri="{FF2B5EF4-FFF2-40B4-BE49-F238E27FC236}">
                    <a16:creationId xmlns:a16="http://schemas.microsoft.com/office/drawing/2014/main" id="{78C3DB94-E434-A05D-A6DD-EC92DF0272F9}"/>
                  </a:ext>
                </a:extLst>
              </p:cNvPr>
              <p:cNvGrpSpPr/>
              <p:nvPr/>
            </p:nvGrpSpPr>
            <p:grpSpPr>
              <a:xfrm>
                <a:off x="5753859" y="2403406"/>
                <a:ext cx="648072" cy="648329"/>
                <a:chOff x="827584" y="1676548"/>
                <a:chExt cx="648072" cy="648329"/>
              </a:xfrm>
            </p:grpSpPr>
            <p:sp>
              <p:nvSpPr>
                <p:cNvPr id="46" name="Rectangle 30">
                  <a:extLst>
                    <a:ext uri="{FF2B5EF4-FFF2-40B4-BE49-F238E27FC236}">
                      <a16:creationId xmlns:a16="http://schemas.microsoft.com/office/drawing/2014/main" id="{7FF4A860-AAB1-A14D-E85B-217FA739BDF1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BUSCAR MENSAJE POR ASUNTO</a:t>
                  </a:r>
                </a:p>
              </p:txBody>
            </p:sp>
            <p:pic>
              <p:nvPicPr>
                <p:cNvPr id="47" name="Gráfico 46" descr="Marca de verificación con relleno sólido">
                  <a:extLst>
                    <a:ext uri="{FF2B5EF4-FFF2-40B4-BE49-F238E27FC236}">
                      <a16:creationId xmlns:a16="http://schemas.microsoft.com/office/drawing/2014/main" id="{6C0D9AEF-4C14-2760-9FEE-B9F249ADEB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40818040-1ACB-4637-4821-C41D92F33FFA}"/>
                  </a:ext>
                </a:extLst>
              </p:cNvPr>
              <p:cNvGrpSpPr/>
              <p:nvPr/>
            </p:nvGrpSpPr>
            <p:grpSpPr>
              <a:xfrm>
                <a:off x="5753548" y="5137362"/>
                <a:ext cx="648072" cy="648329"/>
                <a:chOff x="827584" y="1676548"/>
                <a:chExt cx="648072" cy="648329"/>
              </a:xfrm>
            </p:grpSpPr>
            <p:sp>
              <p:nvSpPr>
                <p:cNvPr id="49" name="Rectangle 30">
                  <a:extLst>
                    <a:ext uri="{FF2B5EF4-FFF2-40B4-BE49-F238E27FC236}">
                      <a16:creationId xmlns:a16="http://schemas.microsoft.com/office/drawing/2014/main" id="{A04D714E-12AD-8714-0A0B-D754286AAECF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ELIMINAR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MENSAJE</a:t>
                  </a:r>
                </a:p>
              </p:txBody>
            </p:sp>
            <p:pic>
              <p:nvPicPr>
                <p:cNvPr id="50" name="Gráfico 49" descr="Marca de verificación con relleno sólido">
                  <a:extLst>
                    <a:ext uri="{FF2B5EF4-FFF2-40B4-BE49-F238E27FC236}">
                      <a16:creationId xmlns:a16="http://schemas.microsoft.com/office/drawing/2014/main" id="{EFBA7642-7AED-5858-B699-0F740F8D87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51" name="Grupo 50">
                <a:extLst>
                  <a:ext uri="{FF2B5EF4-FFF2-40B4-BE49-F238E27FC236}">
                    <a16:creationId xmlns:a16="http://schemas.microsoft.com/office/drawing/2014/main" id="{6EC97B9B-54C0-6BAC-2947-626F2615026E}"/>
                  </a:ext>
                </a:extLst>
              </p:cNvPr>
              <p:cNvGrpSpPr/>
              <p:nvPr/>
            </p:nvGrpSpPr>
            <p:grpSpPr>
              <a:xfrm>
                <a:off x="6482605" y="3283757"/>
                <a:ext cx="648072" cy="648329"/>
                <a:chOff x="827584" y="1676548"/>
                <a:chExt cx="648072" cy="648329"/>
              </a:xfrm>
            </p:grpSpPr>
            <p:sp>
              <p:nvSpPr>
                <p:cNvPr id="52" name="Rectangle 30">
                  <a:extLst>
                    <a:ext uri="{FF2B5EF4-FFF2-40B4-BE49-F238E27FC236}">
                      <a16:creationId xmlns:a16="http://schemas.microsoft.com/office/drawing/2014/main" id="{03900B49-511D-2731-39C9-6B974A28F60B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REDACTAR Y ENVIAR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MENSAJE</a:t>
                  </a:r>
                </a:p>
              </p:txBody>
            </p:sp>
            <p:pic>
              <p:nvPicPr>
                <p:cNvPr id="53" name="Gráfico 52" descr="Marca de verificación con relleno sólido">
                  <a:extLst>
                    <a:ext uri="{FF2B5EF4-FFF2-40B4-BE49-F238E27FC236}">
                      <a16:creationId xmlns:a16="http://schemas.microsoft.com/office/drawing/2014/main" id="{5F55EB7C-4EEF-E1D6-C749-F695B9492C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83" name="Grupo 82">
                <a:extLst>
                  <a:ext uri="{FF2B5EF4-FFF2-40B4-BE49-F238E27FC236}">
                    <a16:creationId xmlns:a16="http://schemas.microsoft.com/office/drawing/2014/main" id="{CC5D3215-AD14-42DA-C392-C68E3DC63580}"/>
                  </a:ext>
                </a:extLst>
              </p:cNvPr>
              <p:cNvGrpSpPr/>
              <p:nvPr/>
            </p:nvGrpSpPr>
            <p:grpSpPr>
              <a:xfrm>
                <a:off x="5753548" y="4218148"/>
                <a:ext cx="648072" cy="648329"/>
                <a:chOff x="827584" y="1676548"/>
                <a:chExt cx="648072" cy="648329"/>
              </a:xfrm>
            </p:grpSpPr>
            <p:sp>
              <p:nvSpPr>
                <p:cNvPr id="84" name="Rectangle 30">
                  <a:extLst>
                    <a:ext uri="{FF2B5EF4-FFF2-40B4-BE49-F238E27FC236}">
                      <a16:creationId xmlns:a16="http://schemas.microsoft.com/office/drawing/2014/main" id="{F681EBCE-4B16-F87C-D3E1-8104F85577EA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ELIMINAR 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UNA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 ASIGNATURA</a:t>
                  </a:r>
                </a:p>
              </p:txBody>
            </p:sp>
            <p:pic>
              <p:nvPicPr>
                <p:cNvPr id="85" name="Gráfico 84" descr="Marca de verificación con relleno sólido">
                  <a:extLst>
                    <a:ext uri="{FF2B5EF4-FFF2-40B4-BE49-F238E27FC236}">
                      <a16:creationId xmlns:a16="http://schemas.microsoft.com/office/drawing/2014/main" id="{CAE59C0E-8553-EA54-6F56-F79002832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86" name="Grupo 85">
                <a:extLst>
                  <a:ext uri="{FF2B5EF4-FFF2-40B4-BE49-F238E27FC236}">
                    <a16:creationId xmlns:a16="http://schemas.microsoft.com/office/drawing/2014/main" id="{6B03B4C3-A48F-946B-2E5E-33871D1B2824}"/>
                  </a:ext>
                </a:extLst>
              </p:cNvPr>
              <p:cNvGrpSpPr/>
              <p:nvPr/>
            </p:nvGrpSpPr>
            <p:grpSpPr>
              <a:xfrm>
                <a:off x="5753548" y="3298933"/>
                <a:ext cx="648072" cy="648329"/>
                <a:chOff x="827584" y="1676548"/>
                <a:chExt cx="648072" cy="648329"/>
              </a:xfrm>
            </p:grpSpPr>
            <p:sp>
              <p:nvSpPr>
                <p:cNvPr id="87" name="Rectangle 30">
                  <a:extLst>
                    <a:ext uri="{FF2B5EF4-FFF2-40B4-BE49-F238E27FC236}">
                      <a16:creationId xmlns:a16="http://schemas.microsoft.com/office/drawing/2014/main" id="{3E748FA1-50EE-AC88-BFE2-6FE555BF60C2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FILTRAR ASIGNATURAS Y CURSOS </a:t>
                  </a:r>
                </a:p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POR AÑO ACADÉMICO </a:t>
                  </a:r>
                </a:p>
              </p:txBody>
            </p:sp>
            <p:pic>
              <p:nvPicPr>
                <p:cNvPr id="88" name="Gráfico 87" descr="Marca de verificación con relleno sólido">
                  <a:extLst>
                    <a:ext uri="{FF2B5EF4-FFF2-40B4-BE49-F238E27FC236}">
                      <a16:creationId xmlns:a16="http://schemas.microsoft.com/office/drawing/2014/main" id="{F25EC6C3-5391-50B3-E860-51072F7971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3F0CEAF8-6087-9A8C-F90E-15612475420F}"/>
                  </a:ext>
                </a:extLst>
              </p:cNvPr>
              <p:cNvGrpSpPr/>
              <p:nvPr/>
            </p:nvGrpSpPr>
            <p:grpSpPr>
              <a:xfrm>
                <a:off x="6482605" y="4231229"/>
                <a:ext cx="648072" cy="648329"/>
                <a:chOff x="827584" y="1676548"/>
                <a:chExt cx="648072" cy="648329"/>
              </a:xfrm>
            </p:grpSpPr>
            <p:sp>
              <p:nvSpPr>
                <p:cNvPr id="90" name="Rectangle 30">
                  <a:extLst>
                    <a:ext uri="{FF2B5EF4-FFF2-40B4-BE49-F238E27FC236}">
                      <a16:creationId xmlns:a16="http://schemas.microsoft.com/office/drawing/2014/main" id="{EA4F2B23-D346-BF13-D10A-BA7A59888BC9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CREAR UN RECURSO</a:t>
                  </a:r>
                </a:p>
              </p:txBody>
            </p:sp>
            <p:pic>
              <p:nvPicPr>
                <p:cNvPr id="91" name="Gráfico 90" descr="Marca de verificación con relleno sólido">
                  <a:extLst>
                    <a:ext uri="{FF2B5EF4-FFF2-40B4-BE49-F238E27FC236}">
                      <a16:creationId xmlns:a16="http://schemas.microsoft.com/office/drawing/2014/main" id="{5E7E8DE4-A9ED-E7FF-3FF0-42CFFBF04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92" name="Grupo 91">
                <a:extLst>
                  <a:ext uri="{FF2B5EF4-FFF2-40B4-BE49-F238E27FC236}">
                    <a16:creationId xmlns:a16="http://schemas.microsoft.com/office/drawing/2014/main" id="{3A6441DD-AE16-D342-1E0D-DC26A0287E68}"/>
                  </a:ext>
                </a:extLst>
              </p:cNvPr>
              <p:cNvGrpSpPr/>
              <p:nvPr/>
            </p:nvGrpSpPr>
            <p:grpSpPr>
              <a:xfrm>
                <a:off x="6482605" y="2393769"/>
                <a:ext cx="648072" cy="648329"/>
                <a:chOff x="827584" y="1676548"/>
                <a:chExt cx="648072" cy="648329"/>
              </a:xfrm>
            </p:grpSpPr>
            <p:sp>
              <p:nvSpPr>
                <p:cNvPr id="93" name="Rectangle 30">
                  <a:extLst>
                    <a:ext uri="{FF2B5EF4-FFF2-40B4-BE49-F238E27FC236}">
                      <a16:creationId xmlns:a16="http://schemas.microsoft.com/office/drawing/2014/main" id="{1EF5BA53-CD95-513A-645B-AB8A5B430B57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ARCHIVAR UN MENSAJE</a:t>
                  </a:r>
                </a:p>
              </p:txBody>
            </p:sp>
            <p:pic>
              <p:nvPicPr>
                <p:cNvPr id="94" name="Gráfico 93" descr="Marca de verificación con relleno sólido">
                  <a:extLst>
                    <a:ext uri="{FF2B5EF4-FFF2-40B4-BE49-F238E27FC236}">
                      <a16:creationId xmlns:a16="http://schemas.microsoft.com/office/drawing/2014/main" id="{B01AC4C2-BDEA-2189-9132-2BC0B7149D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C60AA8CE-CC01-E450-B8A0-14EBEF2E9100}"/>
                  </a:ext>
                </a:extLst>
              </p:cNvPr>
              <p:cNvGrpSpPr/>
              <p:nvPr/>
            </p:nvGrpSpPr>
            <p:grpSpPr>
              <a:xfrm>
                <a:off x="5753548" y="1460503"/>
                <a:ext cx="648072" cy="648329"/>
                <a:chOff x="827584" y="1676548"/>
                <a:chExt cx="648072" cy="648329"/>
              </a:xfrm>
            </p:grpSpPr>
            <p:sp>
              <p:nvSpPr>
                <p:cNvPr id="96" name="Rectangle 30">
                  <a:extLst>
                    <a:ext uri="{FF2B5EF4-FFF2-40B4-BE49-F238E27FC236}">
                      <a16:creationId xmlns:a16="http://schemas.microsoft.com/office/drawing/2014/main" id="{4FD15CA2-CC2B-9C1A-2FEB-EE90FF321B75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ALTA VARIOS ALUMNOS USANDO CSV </a:t>
                  </a:r>
                </a:p>
              </p:txBody>
            </p:sp>
            <p:pic>
              <p:nvPicPr>
                <p:cNvPr id="97" name="Gráfico 96" descr="Marca de verificación con relleno sólido">
                  <a:extLst>
                    <a:ext uri="{FF2B5EF4-FFF2-40B4-BE49-F238E27FC236}">
                      <a16:creationId xmlns:a16="http://schemas.microsoft.com/office/drawing/2014/main" id="{DA0C97EB-E516-68B2-C9D1-2CA97A3216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91E3AFD5-D4AC-A002-43FC-F31B7DD46CF5}"/>
                  </a:ext>
                </a:extLst>
              </p:cNvPr>
              <p:cNvGrpSpPr/>
              <p:nvPr/>
            </p:nvGrpSpPr>
            <p:grpSpPr>
              <a:xfrm>
                <a:off x="6482605" y="1453711"/>
                <a:ext cx="648072" cy="648329"/>
                <a:chOff x="827584" y="1676548"/>
                <a:chExt cx="648072" cy="648329"/>
              </a:xfrm>
            </p:grpSpPr>
            <p:sp>
              <p:nvSpPr>
                <p:cNvPr id="102" name="Rectangle 30">
                  <a:extLst>
                    <a:ext uri="{FF2B5EF4-FFF2-40B4-BE49-F238E27FC236}">
                      <a16:creationId xmlns:a16="http://schemas.microsoft.com/office/drawing/2014/main" id="{E1B103B1-AB59-7C28-0213-85079C73BD8D}"/>
                    </a:ext>
                  </a:extLst>
                </p:cNvPr>
                <p:cNvSpPr/>
                <p:nvPr/>
              </p:nvSpPr>
              <p:spPr>
                <a:xfrm>
                  <a:off x="827584" y="1676548"/>
                  <a:ext cx="648072" cy="648329"/>
                </a:xfrm>
                <a:prstGeom prst="rect">
                  <a:avLst/>
                </a:prstGeom>
                <a:solidFill>
                  <a:srgbClr val="BD392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700"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BUSCAR MENSAJE POR FECHA-RMTE.</a:t>
                  </a:r>
                </a:p>
              </p:txBody>
            </p:sp>
            <p:pic>
              <p:nvPicPr>
                <p:cNvPr id="103" name="Gráfico 102" descr="Marca de verificación con relleno sólido">
                  <a:extLst>
                    <a:ext uri="{FF2B5EF4-FFF2-40B4-BE49-F238E27FC236}">
                      <a16:creationId xmlns:a16="http://schemas.microsoft.com/office/drawing/2014/main" id="{B828C4B8-9077-A9EE-48C1-AB2B1B7CE7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3616" y="1683340"/>
                  <a:ext cx="153807" cy="153807"/>
                </a:xfrm>
                <a:prstGeom prst="rect">
                  <a:avLst/>
                </a:prstGeom>
              </p:spPr>
            </p:pic>
          </p:grpSp>
        </p:grpSp>
        <p:sp>
          <p:nvSpPr>
            <p:cNvPr id="108" name="CuadroTexto 107">
              <a:extLst>
                <a:ext uri="{FF2B5EF4-FFF2-40B4-BE49-F238E27FC236}">
                  <a16:creationId xmlns:a16="http://schemas.microsoft.com/office/drawing/2014/main" id="{8368DD4A-A8D4-04DB-949E-CDCB8CF4C419}"/>
                </a:ext>
              </a:extLst>
            </p:cNvPr>
            <p:cNvSpPr txBox="1"/>
            <p:nvPr/>
          </p:nvSpPr>
          <p:spPr>
            <a:xfrm>
              <a:off x="784925" y="412664"/>
              <a:ext cx="10230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Titillium Web" panose="00000500000000000000" pitchFamily="2" charset="0"/>
                </a:rPr>
                <a:t>Product </a:t>
              </a:r>
            </a:p>
            <a:p>
              <a:pPr algn="ctr"/>
              <a:r>
                <a:rPr lang="en-US" b="1">
                  <a:latin typeface="Titillium Web" panose="00000500000000000000" pitchFamily="2" charset="0"/>
                </a:rPr>
                <a:t>Backlog</a:t>
              </a:r>
            </a:p>
          </p:txBody>
        </p:sp>
        <p:grpSp>
          <p:nvGrpSpPr>
            <p:cNvPr id="154" name="Grupo 153">
              <a:extLst>
                <a:ext uri="{FF2B5EF4-FFF2-40B4-BE49-F238E27FC236}">
                  <a16:creationId xmlns:a16="http://schemas.microsoft.com/office/drawing/2014/main" id="{093BB615-FE3C-A80C-1610-7C4F572A7754}"/>
                </a:ext>
              </a:extLst>
            </p:cNvPr>
            <p:cNvGrpSpPr/>
            <p:nvPr/>
          </p:nvGrpSpPr>
          <p:grpSpPr>
            <a:xfrm>
              <a:off x="613175" y="1339050"/>
              <a:ext cx="1366537" cy="4259894"/>
              <a:chOff x="462941" y="1048831"/>
              <a:chExt cx="1366537" cy="4259894"/>
            </a:xfrm>
          </p:grpSpPr>
          <p:sp>
            <p:nvSpPr>
              <p:cNvPr id="141" name="Rectangle 30">
                <a:extLst>
                  <a:ext uri="{FF2B5EF4-FFF2-40B4-BE49-F238E27FC236}">
                    <a16:creationId xmlns:a16="http://schemas.microsoft.com/office/drawing/2014/main" id="{A38D72D0-6DD2-0ECF-2FA7-CF66927DEA96}"/>
                  </a:ext>
                </a:extLst>
              </p:cNvPr>
              <p:cNvSpPr/>
              <p:nvPr/>
            </p:nvSpPr>
            <p:spPr>
              <a:xfrm>
                <a:off x="467544" y="3217332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AÑADIR ELEMENTO MULTIMEDIA</a:t>
                </a:r>
              </a:p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A UN RECURSO </a:t>
                </a:r>
              </a:p>
            </p:txBody>
          </p:sp>
          <p:sp>
            <p:nvSpPr>
              <p:cNvPr id="142" name="Rectangle 30">
                <a:extLst>
                  <a:ext uri="{FF2B5EF4-FFF2-40B4-BE49-F238E27FC236}">
                    <a16:creationId xmlns:a16="http://schemas.microsoft.com/office/drawing/2014/main" id="{04E2E1E7-7616-912F-EF76-1B0A23464863}"/>
                  </a:ext>
                </a:extLst>
              </p:cNvPr>
              <p:cNvSpPr/>
              <p:nvPr/>
            </p:nvSpPr>
            <p:spPr>
              <a:xfrm>
                <a:off x="1181406" y="3938844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INTEGRAR SISTEMA ANTIPLAGIO</a:t>
                </a:r>
              </a:p>
            </p:txBody>
          </p:sp>
          <p:sp>
            <p:nvSpPr>
              <p:cNvPr id="144" name="Rectangle 30">
                <a:extLst>
                  <a:ext uri="{FF2B5EF4-FFF2-40B4-BE49-F238E27FC236}">
                    <a16:creationId xmlns:a16="http://schemas.microsoft.com/office/drawing/2014/main" id="{2E00FA56-0A17-853F-46F8-32C6B616AAF2}"/>
                  </a:ext>
                </a:extLst>
              </p:cNvPr>
              <p:cNvSpPr/>
              <p:nvPr/>
            </p:nvSpPr>
            <p:spPr>
              <a:xfrm>
                <a:off x="1181406" y="1052640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INTEGRACIÓN SIES, CREACIÓN AUTOMÁTICA CURSOS/ASIG.</a:t>
                </a:r>
              </a:p>
            </p:txBody>
          </p:sp>
          <p:sp>
            <p:nvSpPr>
              <p:cNvPr id="145" name="Rectangle 30">
                <a:extLst>
                  <a:ext uri="{FF2B5EF4-FFF2-40B4-BE49-F238E27FC236}">
                    <a16:creationId xmlns:a16="http://schemas.microsoft.com/office/drawing/2014/main" id="{D7C9A0A1-8F0D-A917-0BF5-E420C2A4C442}"/>
                  </a:ext>
                </a:extLst>
              </p:cNvPr>
              <p:cNvSpPr/>
              <p:nvPr/>
            </p:nvSpPr>
            <p:spPr>
              <a:xfrm>
                <a:off x="467544" y="1774268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ELIMINAR ASIGNATURAS/CURSOS ANTERIORES FECHA</a:t>
                </a:r>
              </a:p>
            </p:txBody>
          </p:sp>
          <p:sp>
            <p:nvSpPr>
              <p:cNvPr id="146" name="Rectangle 30">
                <a:extLst>
                  <a:ext uri="{FF2B5EF4-FFF2-40B4-BE49-F238E27FC236}">
                    <a16:creationId xmlns:a16="http://schemas.microsoft.com/office/drawing/2014/main" id="{EAD9201C-59BF-075B-53E0-33E535BAA753}"/>
                  </a:ext>
                </a:extLst>
              </p:cNvPr>
              <p:cNvSpPr/>
              <p:nvPr/>
            </p:nvSpPr>
            <p:spPr>
              <a:xfrm>
                <a:off x="467544" y="2495800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ELIMINAR RECURSOS ANTERIORES FECHA</a:t>
                </a:r>
              </a:p>
            </p:txBody>
          </p:sp>
          <p:sp>
            <p:nvSpPr>
              <p:cNvPr id="147" name="Rectangle 30">
                <a:extLst>
                  <a:ext uri="{FF2B5EF4-FFF2-40B4-BE49-F238E27FC236}">
                    <a16:creationId xmlns:a16="http://schemas.microsoft.com/office/drawing/2014/main" id="{F3A130EA-4C68-6239-B7FB-6EC29FF2A3E1}"/>
                  </a:ext>
                </a:extLst>
              </p:cNvPr>
              <p:cNvSpPr/>
              <p:nvPr/>
            </p:nvSpPr>
            <p:spPr>
              <a:xfrm>
                <a:off x="1181406" y="2495742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PERMISOS Y CONTROL DE ACCESO </a:t>
                </a:r>
              </a:p>
            </p:txBody>
          </p:sp>
          <p:sp>
            <p:nvSpPr>
              <p:cNvPr id="148" name="Rectangle 30">
                <a:extLst>
                  <a:ext uri="{FF2B5EF4-FFF2-40B4-BE49-F238E27FC236}">
                    <a16:creationId xmlns:a16="http://schemas.microsoft.com/office/drawing/2014/main" id="{D19A00EF-E1E9-4B62-3F27-683E5F25D12B}"/>
                  </a:ext>
                </a:extLst>
              </p:cNvPr>
              <p:cNvSpPr/>
              <p:nvPr/>
            </p:nvSpPr>
            <p:spPr>
              <a:xfrm>
                <a:off x="462941" y="1048831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DESHABILITAR</a:t>
                </a:r>
              </a:p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USUARIO</a:t>
                </a:r>
              </a:p>
            </p:txBody>
          </p:sp>
          <p:sp>
            <p:nvSpPr>
              <p:cNvPr id="149" name="Rectangle 30">
                <a:extLst>
                  <a:ext uri="{FF2B5EF4-FFF2-40B4-BE49-F238E27FC236}">
                    <a16:creationId xmlns:a16="http://schemas.microsoft.com/office/drawing/2014/main" id="{6ABBA3E2-DB91-95BA-FE52-AA169140F0D2}"/>
                  </a:ext>
                </a:extLst>
              </p:cNvPr>
              <p:cNvSpPr/>
              <p:nvPr/>
            </p:nvSpPr>
            <p:spPr>
              <a:xfrm>
                <a:off x="462941" y="4660396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FILTRAR MENSAJES POR FECHA-REMITENTE</a:t>
                </a:r>
              </a:p>
            </p:txBody>
          </p:sp>
          <p:sp>
            <p:nvSpPr>
              <p:cNvPr id="151" name="Rectangle 30">
                <a:extLst>
                  <a:ext uri="{FF2B5EF4-FFF2-40B4-BE49-F238E27FC236}">
                    <a16:creationId xmlns:a16="http://schemas.microsoft.com/office/drawing/2014/main" id="{A80B9F0A-F2FE-FDE9-F5CD-2C04059B93B4}"/>
                  </a:ext>
                </a:extLst>
              </p:cNvPr>
              <p:cNvSpPr/>
              <p:nvPr/>
            </p:nvSpPr>
            <p:spPr>
              <a:xfrm>
                <a:off x="462941" y="3938864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ANÁLISIS CONTENIDO MALICIOSO MENSAJES</a:t>
                </a:r>
              </a:p>
            </p:txBody>
          </p:sp>
          <p:sp>
            <p:nvSpPr>
              <p:cNvPr id="152" name="Rectangle 30">
                <a:extLst>
                  <a:ext uri="{FF2B5EF4-FFF2-40B4-BE49-F238E27FC236}">
                    <a16:creationId xmlns:a16="http://schemas.microsoft.com/office/drawing/2014/main" id="{929168D8-52A1-A521-6E76-219AC609EC64}"/>
                  </a:ext>
                </a:extLst>
              </p:cNvPr>
              <p:cNvSpPr/>
              <p:nvPr/>
            </p:nvSpPr>
            <p:spPr>
              <a:xfrm>
                <a:off x="1181406" y="3217293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CARGA AUTOMÁTICA ALUMNOS-PROFESORES DESDE SIES</a:t>
                </a:r>
              </a:p>
            </p:txBody>
          </p:sp>
          <p:sp>
            <p:nvSpPr>
              <p:cNvPr id="153" name="Rectangle 30">
                <a:extLst>
                  <a:ext uri="{FF2B5EF4-FFF2-40B4-BE49-F238E27FC236}">
                    <a16:creationId xmlns:a16="http://schemas.microsoft.com/office/drawing/2014/main" id="{8144F467-0052-CC2B-9CA8-6EABCD7485C6}"/>
                  </a:ext>
                </a:extLst>
              </p:cNvPr>
              <p:cNvSpPr/>
              <p:nvPr/>
            </p:nvSpPr>
            <p:spPr>
              <a:xfrm>
                <a:off x="1181406" y="1774191"/>
                <a:ext cx="648072" cy="648329"/>
              </a:xfrm>
              <a:prstGeom prst="rect">
                <a:avLst/>
              </a:prstGeom>
              <a:solidFill>
                <a:srgbClr val="445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70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EXPORTAR BUZÓN DE MENSAJES</a:t>
                </a:r>
              </a:p>
            </p:txBody>
          </p:sp>
        </p:grpSp>
        <p:sp>
          <p:nvSpPr>
            <p:cNvPr id="2" name="Rectangle 30">
              <a:extLst>
                <a:ext uri="{FF2B5EF4-FFF2-40B4-BE49-F238E27FC236}">
                  <a16:creationId xmlns:a16="http://schemas.microsoft.com/office/drawing/2014/main" id="{7E75C757-BD23-225E-E675-37A40DD3048F}"/>
                </a:ext>
              </a:extLst>
            </p:cNvPr>
            <p:cNvSpPr/>
            <p:nvPr/>
          </p:nvSpPr>
          <p:spPr>
            <a:xfrm>
              <a:off x="1339964" y="4949591"/>
              <a:ext cx="648072" cy="648329"/>
            </a:xfrm>
            <a:prstGeom prst="rect">
              <a:avLst/>
            </a:prstGeom>
            <a:solidFill>
              <a:srgbClr val="4454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ADJUNTAR CONTENIDO A UN MENSAJE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7876559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C5C695-8BDA-742D-CA8F-5E949F324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Story Mapping - SCRUM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1B1D72-3813-107C-26D5-08D9F9895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E7D107-DC66-4932-96D4-B8FC278B18AE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A2729A59-C167-C29A-E7BC-46D598851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723566" cy="476250"/>
          </a:xfrm>
        </p:spPr>
        <p:txBody>
          <a:bodyPr/>
          <a:lstStyle/>
          <a:p>
            <a:r>
              <a:rPr lang="en-US" dirty="0" err="1"/>
              <a:t>MJ.Suárez</a:t>
            </a:r>
            <a:r>
              <a:rPr lang="en-US" dirty="0"/>
              <a:t> Cabal, </a:t>
            </a:r>
            <a:r>
              <a:rPr lang="en-US" dirty="0" err="1"/>
              <a:t>C.Augusto</a:t>
            </a:r>
            <a:r>
              <a:rPr lang="en-US" dirty="0"/>
              <a:t> (2023)</a:t>
            </a:r>
            <a:endParaRPr lang="es-ES" dirty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EC2E65C9-DF73-678B-8C34-00DD5A1969F4}"/>
              </a:ext>
            </a:extLst>
          </p:cNvPr>
          <p:cNvCxnSpPr>
            <a:cxnSpLocks/>
          </p:cNvCxnSpPr>
          <p:nvPr/>
        </p:nvCxnSpPr>
        <p:spPr bwMode="auto">
          <a:xfrm>
            <a:off x="791580" y="1994676"/>
            <a:ext cx="748883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D1C0473-5204-3D23-3505-47813BD7CCCA}"/>
              </a:ext>
            </a:extLst>
          </p:cNvPr>
          <p:cNvCxnSpPr>
            <a:cxnSpLocks/>
          </p:cNvCxnSpPr>
          <p:nvPr/>
        </p:nvCxnSpPr>
        <p:spPr bwMode="auto">
          <a:xfrm>
            <a:off x="791580" y="6171140"/>
            <a:ext cx="748883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A531A41-5CB4-4A23-9745-58D9E4E4C217}"/>
              </a:ext>
            </a:extLst>
          </p:cNvPr>
          <p:cNvCxnSpPr>
            <a:cxnSpLocks/>
          </p:cNvCxnSpPr>
          <p:nvPr/>
        </p:nvCxnSpPr>
        <p:spPr bwMode="auto">
          <a:xfrm>
            <a:off x="791580" y="4778986"/>
            <a:ext cx="748883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61D8997-9287-5967-C7BA-45F03F17B517}"/>
              </a:ext>
            </a:extLst>
          </p:cNvPr>
          <p:cNvCxnSpPr>
            <a:cxnSpLocks/>
          </p:cNvCxnSpPr>
          <p:nvPr/>
        </p:nvCxnSpPr>
        <p:spPr bwMode="auto">
          <a:xfrm>
            <a:off x="791580" y="3386831"/>
            <a:ext cx="748883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7ED55FFF-667A-2B17-0FE6-9EF59FC6502F}"/>
              </a:ext>
            </a:extLst>
          </p:cNvPr>
          <p:cNvSpPr txBox="1"/>
          <p:nvPr/>
        </p:nvSpPr>
        <p:spPr>
          <a:xfrm>
            <a:off x="7364777" y="2993496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tillium Web" panose="00000500000000000000" pitchFamily="2" charset="0"/>
              </a:rPr>
              <a:t>Sprint 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089459A-D593-C6C7-05EF-35A8A83BD4D5}"/>
              </a:ext>
            </a:extLst>
          </p:cNvPr>
          <p:cNvSpPr txBox="1"/>
          <p:nvPr/>
        </p:nvSpPr>
        <p:spPr>
          <a:xfrm>
            <a:off x="7364777" y="578088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tillium Web" panose="00000500000000000000" pitchFamily="2" charset="0"/>
              </a:rPr>
              <a:t>Sprint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3F5107B-BA33-18A4-2E17-7577D2C8672E}"/>
              </a:ext>
            </a:extLst>
          </p:cNvPr>
          <p:cNvSpPr txBox="1"/>
          <p:nvPr/>
        </p:nvSpPr>
        <p:spPr>
          <a:xfrm>
            <a:off x="7364777" y="4381263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tillium Web" panose="00000500000000000000" pitchFamily="2" charset="0"/>
              </a:rPr>
              <a:t>Sprint II</a:t>
            </a:r>
          </a:p>
        </p:txBody>
      </p:sp>
    </p:spTree>
    <p:extLst>
      <p:ext uri="{BB962C8B-B14F-4D97-AF65-F5344CB8AC3E}">
        <p14:creationId xmlns:p14="http://schemas.microsoft.com/office/powerpoint/2010/main" val="403907734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Tema1">
  <a:themeElements>
    <a:clrScheme name="Pí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í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í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</Template>
  <TotalTime>0</TotalTime>
  <Words>259</Words>
  <Application>Microsoft Office PowerPoint</Application>
  <PresentationFormat>Presentación en pantalla (4:3)</PresentationFormat>
  <Paragraphs>83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Arial</vt:lpstr>
      <vt:lpstr>Arial Black</vt:lpstr>
      <vt:lpstr>Calibri</vt:lpstr>
      <vt:lpstr>Lato Black</vt:lpstr>
      <vt:lpstr>Times New Roman</vt:lpstr>
      <vt:lpstr>Titillium Web</vt:lpstr>
      <vt:lpstr>Wingdings</vt:lpstr>
      <vt:lpstr>Tema1</vt:lpstr>
      <vt:lpstr>Ejercicio Story Mapping</vt:lpstr>
      <vt:lpstr>Presentación de PowerPoint</vt:lpstr>
      <vt:lpstr>Presentación de PowerPoint</vt:lpstr>
    </vt:vector>
  </TitlesOfParts>
  <Company>uniovi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Asignatura</dc:title>
  <dc:creator>Javier Tuya</dc:creator>
  <cp:lastModifiedBy>MARIA JOSE SUAREZ CABAL</cp:lastModifiedBy>
  <cp:revision>1</cp:revision>
  <cp:lastPrinted>2019-10-24T08:00:12Z</cp:lastPrinted>
  <dcterms:created xsi:type="dcterms:W3CDTF">2011-09-12T14:21:30Z</dcterms:created>
  <dcterms:modified xsi:type="dcterms:W3CDTF">2023-10-21T19:48:36Z</dcterms:modified>
</cp:coreProperties>
</file>