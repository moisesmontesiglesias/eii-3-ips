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7" r:id="rId18"/>
    <p:sldId id="261" r:id="rId19"/>
    <p:sldId id="262" r:id="rId20"/>
    <p:sldId id="263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356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4C4AA-F5DE-421C-90A8-F041EB680C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126D7FC-AA71-48D5-B50F-64C70ABA1BDA}">
      <dgm:prSet/>
      <dgm:spPr/>
      <dgm:t>
        <a:bodyPr/>
        <a:lstStyle/>
        <a:p>
          <a:pPr>
            <a:defRPr b="1"/>
          </a:pPr>
          <a:r>
            <a:rPr lang="en-US" dirty="0"/>
            <a:t>- Administración:</a:t>
          </a:r>
        </a:p>
      </dgm:t>
    </dgm:pt>
    <dgm:pt modelId="{AFE7ACA6-DA2C-4DEA-B86C-850AEA2176E7}" type="parTrans" cxnId="{D1F4F345-0CA9-4C9C-B127-AB4422F10E78}">
      <dgm:prSet/>
      <dgm:spPr/>
      <dgm:t>
        <a:bodyPr/>
        <a:lstStyle/>
        <a:p>
          <a:endParaRPr lang="en-US"/>
        </a:p>
      </dgm:t>
    </dgm:pt>
    <dgm:pt modelId="{816B0151-F2BD-4C04-8567-B2A51965ADD0}" type="sibTrans" cxnId="{D1F4F345-0CA9-4C9C-B127-AB4422F10E78}">
      <dgm:prSet/>
      <dgm:spPr/>
      <dgm:t>
        <a:bodyPr/>
        <a:lstStyle/>
        <a:p>
          <a:endParaRPr lang="en-US"/>
        </a:p>
      </dgm:t>
    </dgm:pt>
    <dgm:pt modelId="{05A3A650-89F4-4CD5-B178-5E6793BA193F}">
      <dgm:prSet/>
      <dgm:spPr/>
      <dgm:t>
        <a:bodyPr/>
        <a:lstStyle/>
        <a:p>
          <a:r>
            <a:rPr lang="en-US"/>
            <a:t>• Crear, modificar y anular actividades.</a:t>
          </a:r>
        </a:p>
      </dgm:t>
    </dgm:pt>
    <dgm:pt modelId="{884A563A-19F7-40BF-B5F6-DAE616E8AEE0}" type="parTrans" cxnId="{52D3ACC6-2F24-4683-9035-CCE4B8E58674}">
      <dgm:prSet/>
      <dgm:spPr/>
      <dgm:t>
        <a:bodyPr/>
        <a:lstStyle/>
        <a:p>
          <a:endParaRPr lang="en-US"/>
        </a:p>
      </dgm:t>
    </dgm:pt>
    <dgm:pt modelId="{24C1331D-F656-4010-9E9D-FC030D20A72E}" type="sibTrans" cxnId="{52D3ACC6-2F24-4683-9035-CCE4B8E58674}">
      <dgm:prSet/>
      <dgm:spPr/>
      <dgm:t>
        <a:bodyPr/>
        <a:lstStyle/>
        <a:p>
          <a:endParaRPr lang="en-US"/>
        </a:p>
      </dgm:t>
    </dgm:pt>
    <dgm:pt modelId="{DCB6BB7A-9AEF-4F11-96F3-F8405AC8C67E}">
      <dgm:prSet/>
      <dgm:spPr/>
      <dgm:t>
        <a:bodyPr/>
        <a:lstStyle/>
        <a:p>
          <a:r>
            <a:rPr lang="en-US"/>
            <a:t>• Suspender o anular instalaciones.</a:t>
          </a:r>
        </a:p>
      </dgm:t>
    </dgm:pt>
    <dgm:pt modelId="{7D6E56AA-A513-4DAC-8E6E-FA1CB65F53D2}" type="parTrans" cxnId="{82AAF9E6-AF36-4DD2-9387-0C6818910ACC}">
      <dgm:prSet/>
      <dgm:spPr/>
      <dgm:t>
        <a:bodyPr/>
        <a:lstStyle/>
        <a:p>
          <a:endParaRPr lang="en-US"/>
        </a:p>
      </dgm:t>
    </dgm:pt>
    <dgm:pt modelId="{F631B27B-26BC-486F-9B82-C1C7C45901F9}" type="sibTrans" cxnId="{82AAF9E6-AF36-4DD2-9387-0C6818910ACC}">
      <dgm:prSet/>
      <dgm:spPr/>
      <dgm:t>
        <a:bodyPr/>
        <a:lstStyle/>
        <a:p>
          <a:endParaRPr lang="en-US"/>
        </a:p>
      </dgm:t>
    </dgm:pt>
    <dgm:pt modelId="{BC10A481-E231-4375-A493-9933BEA0644E}">
      <dgm:prSet/>
      <dgm:spPr/>
      <dgm:t>
        <a:bodyPr/>
        <a:lstStyle/>
        <a:p>
          <a:r>
            <a:rPr lang="en-US"/>
            <a:t>• Control de ocupación múltiple.</a:t>
          </a:r>
        </a:p>
      </dgm:t>
    </dgm:pt>
    <dgm:pt modelId="{6796D938-EBCD-4FC7-997B-CA38B4439F40}" type="parTrans" cxnId="{CD69BA4B-1665-4E05-A2AC-1240E4AB03CE}">
      <dgm:prSet/>
      <dgm:spPr/>
      <dgm:t>
        <a:bodyPr/>
        <a:lstStyle/>
        <a:p>
          <a:endParaRPr lang="en-US"/>
        </a:p>
      </dgm:t>
    </dgm:pt>
    <dgm:pt modelId="{28DA0376-B886-4457-A88A-19DA90917DCF}" type="sibTrans" cxnId="{CD69BA4B-1665-4E05-A2AC-1240E4AB03CE}">
      <dgm:prSet/>
      <dgm:spPr/>
      <dgm:t>
        <a:bodyPr/>
        <a:lstStyle/>
        <a:p>
          <a:endParaRPr lang="en-US"/>
        </a:p>
      </dgm:t>
    </dgm:pt>
    <dgm:pt modelId="{844B6883-BFAE-4601-81AD-574F3E736352}">
      <dgm:prSet/>
      <dgm:spPr/>
      <dgm:t>
        <a:bodyPr/>
        <a:lstStyle/>
        <a:p>
          <a:pPr>
            <a:defRPr b="1"/>
          </a:pPr>
          <a:r>
            <a:rPr lang="en-US" dirty="0"/>
            <a:t>- </a:t>
          </a:r>
          <a:r>
            <a:rPr lang="en-US" dirty="0" err="1"/>
            <a:t>Solicitantes</a:t>
          </a:r>
          <a:r>
            <a:rPr lang="en-US" dirty="0"/>
            <a:t>:</a:t>
          </a:r>
        </a:p>
      </dgm:t>
    </dgm:pt>
    <dgm:pt modelId="{D15D0706-241F-45DC-B566-5C2D6904CAC7}" type="parTrans" cxnId="{4C8093D5-42F7-4702-8ADA-318ACC40DB37}">
      <dgm:prSet/>
      <dgm:spPr/>
      <dgm:t>
        <a:bodyPr/>
        <a:lstStyle/>
        <a:p>
          <a:endParaRPr lang="en-US"/>
        </a:p>
      </dgm:t>
    </dgm:pt>
    <dgm:pt modelId="{9ACA9786-32AA-48CE-8749-8185BD7C0C37}" type="sibTrans" cxnId="{4C8093D5-42F7-4702-8ADA-318ACC40DB37}">
      <dgm:prSet/>
      <dgm:spPr/>
      <dgm:t>
        <a:bodyPr/>
        <a:lstStyle/>
        <a:p>
          <a:endParaRPr lang="en-US"/>
        </a:p>
      </dgm:t>
    </dgm:pt>
    <dgm:pt modelId="{57C10B57-0254-48DE-A1DA-B348A6B6AEB7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Reservar</a:t>
          </a:r>
          <a:r>
            <a:rPr lang="en-US" dirty="0"/>
            <a:t> </a:t>
          </a:r>
          <a:r>
            <a:rPr lang="en-US" dirty="0" err="1"/>
            <a:t>instalaciones</a:t>
          </a:r>
          <a:r>
            <a:rPr lang="en-US" dirty="0"/>
            <a:t>.</a:t>
          </a:r>
        </a:p>
      </dgm:t>
    </dgm:pt>
    <dgm:pt modelId="{C1DEF029-7EEE-4756-85D9-272159362746}" type="parTrans" cxnId="{029FAF24-CC42-4E9E-B824-F30C996DE676}">
      <dgm:prSet/>
      <dgm:spPr/>
      <dgm:t>
        <a:bodyPr/>
        <a:lstStyle/>
        <a:p>
          <a:endParaRPr lang="en-US"/>
        </a:p>
      </dgm:t>
    </dgm:pt>
    <dgm:pt modelId="{175B3EA4-EAC1-4510-A090-7EF829DE5B9D}" type="sibTrans" cxnId="{029FAF24-CC42-4E9E-B824-F30C996DE676}">
      <dgm:prSet/>
      <dgm:spPr/>
      <dgm:t>
        <a:bodyPr/>
        <a:lstStyle/>
        <a:p>
          <a:endParaRPr lang="en-US"/>
        </a:p>
      </dgm:t>
    </dgm:pt>
    <dgm:pt modelId="{FD7D0B8D-A821-47BF-9C0C-B2135809BCDC}">
      <dgm:prSet/>
      <dgm:spPr/>
      <dgm:t>
        <a:bodyPr/>
        <a:lstStyle/>
        <a:p>
          <a:r>
            <a:rPr lang="en-US"/>
            <a:t>• Matricularse en actividades.</a:t>
          </a:r>
        </a:p>
      </dgm:t>
    </dgm:pt>
    <dgm:pt modelId="{66A9FA35-A56C-4695-8834-64DB0D374A18}" type="parTrans" cxnId="{E5B061AA-26B8-4AEB-8486-2967B9760104}">
      <dgm:prSet/>
      <dgm:spPr/>
      <dgm:t>
        <a:bodyPr/>
        <a:lstStyle/>
        <a:p>
          <a:endParaRPr lang="en-US"/>
        </a:p>
      </dgm:t>
    </dgm:pt>
    <dgm:pt modelId="{5B83B147-20F7-4E85-A318-B33C5EF00353}" type="sibTrans" cxnId="{E5B061AA-26B8-4AEB-8486-2967B9760104}">
      <dgm:prSet/>
      <dgm:spPr/>
      <dgm:t>
        <a:bodyPr/>
        <a:lstStyle/>
        <a:p>
          <a:endParaRPr lang="en-US"/>
        </a:p>
      </dgm:t>
    </dgm:pt>
    <dgm:pt modelId="{EC744DC5-760F-4522-9E10-E46521EC5186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Descargar</a:t>
          </a:r>
          <a:r>
            <a:rPr lang="en-US" dirty="0"/>
            <a:t> y </a:t>
          </a:r>
          <a:r>
            <a:rPr lang="en-US" dirty="0" err="1"/>
            <a:t>subir</a:t>
          </a:r>
          <a:r>
            <a:rPr lang="en-US" dirty="0"/>
            <a:t> cartas de </a:t>
          </a:r>
          <a:r>
            <a:rPr lang="en-US" dirty="0" err="1"/>
            <a:t>pago</a:t>
          </a:r>
          <a:r>
            <a:rPr lang="en-US" dirty="0"/>
            <a:t>.</a:t>
          </a:r>
        </a:p>
      </dgm:t>
    </dgm:pt>
    <dgm:pt modelId="{BF14DFFD-D245-4ED7-BE70-118C53EBD82B}" type="parTrans" cxnId="{39A49333-5148-4EB2-96A2-37F27EF8A9AE}">
      <dgm:prSet/>
      <dgm:spPr/>
      <dgm:t>
        <a:bodyPr/>
        <a:lstStyle/>
        <a:p>
          <a:endParaRPr lang="en-US"/>
        </a:p>
      </dgm:t>
    </dgm:pt>
    <dgm:pt modelId="{1558E424-91BA-41FF-8686-C7179DF92BAA}" type="sibTrans" cxnId="{39A49333-5148-4EB2-96A2-37F27EF8A9AE}">
      <dgm:prSet/>
      <dgm:spPr/>
      <dgm:t>
        <a:bodyPr/>
        <a:lstStyle/>
        <a:p>
          <a:endParaRPr lang="en-US"/>
        </a:p>
      </dgm:t>
    </dgm:pt>
    <dgm:pt modelId="{84645974-870F-44C9-8BA9-2899CE76BE96}" type="pres">
      <dgm:prSet presAssocID="{7094C4AA-F5DE-421C-90A8-F041EB680C5A}" presName="root" presStyleCnt="0">
        <dgm:presLayoutVars>
          <dgm:dir/>
          <dgm:resizeHandles val="exact"/>
        </dgm:presLayoutVars>
      </dgm:prSet>
      <dgm:spPr/>
    </dgm:pt>
    <dgm:pt modelId="{38593334-186A-458D-AAE1-F23183942E82}" type="pres">
      <dgm:prSet presAssocID="{6126D7FC-AA71-48D5-B50F-64C70ABA1BDA}" presName="compNode" presStyleCnt="0"/>
      <dgm:spPr/>
    </dgm:pt>
    <dgm:pt modelId="{CD9E30AC-2EFB-4FCA-A95E-329063737082}" type="pres">
      <dgm:prSet presAssocID="{6126D7FC-AA71-48D5-B50F-64C70ABA1BDA}" presName="iconRect" presStyleLbl="node1" presStyleIdx="0" presStyleCnt="2"/>
      <dgm:spPr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</dgm:pt>
    <dgm:pt modelId="{9B7C9D82-E938-4F6F-837E-47E0FFC82A1B}" type="pres">
      <dgm:prSet presAssocID="{6126D7FC-AA71-48D5-B50F-64C70ABA1BDA}" presName="iconSpace" presStyleCnt="0"/>
      <dgm:spPr/>
    </dgm:pt>
    <dgm:pt modelId="{17ABDA0F-D24F-4CE5-9347-F58185C95137}" type="pres">
      <dgm:prSet presAssocID="{6126D7FC-AA71-48D5-B50F-64C70ABA1BDA}" presName="parTx" presStyleLbl="revTx" presStyleIdx="0" presStyleCnt="4">
        <dgm:presLayoutVars>
          <dgm:chMax val="0"/>
          <dgm:chPref val="0"/>
        </dgm:presLayoutVars>
      </dgm:prSet>
      <dgm:spPr/>
    </dgm:pt>
    <dgm:pt modelId="{E8785CA3-2C87-4B92-AFE4-3A5A09B5AADA}" type="pres">
      <dgm:prSet presAssocID="{6126D7FC-AA71-48D5-B50F-64C70ABA1BDA}" presName="txSpace" presStyleCnt="0"/>
      <dgm:spPr/>
    </dgm:pt>
    <dgm:pt modelId="{404A54CF-CDDF-4AF6-8788-761D5C3545F6}" type="pres">
      <dgm:prSet presAssocID="{6126D7FC-AA71-48D5-B50F-64C70ABA1BDA}" presName="desTx" presStyleLbl="revTx" presStyleIdx="1" presStyleCnt="4">
        <dgm:presLayoutVars/>
      </dgm:prSet>
      <dgm:spPr/>
    </dgm:pt>
    <dgm:pt modelId="{53DA2EF8-814E-45E3-B9E9-7788C0E0AD26}" type="pres">
      <dgm:prSet presAssocID="{816B0151-F2BD-4C04-8567-B2A51965ADD0}" presName="sibTrans" presStyleCnt="0"/>
      <dgm:spPr/>
    </dgm:pt>
    <dgm:pt modelId="{702DEF11-79B2-4885-B790-A34AEC8ADEE3}" type="pres">
      <dgm:prSet presAssocID="{844B6883-BFAE-4601-81AD-574F3E736352}" presName="compNode" presStyleCnt="0"/>
      <dgm:spPr/>
    </dgm:pt>
    <dgm:pt modelId="{9BF5274D-52BE-44FD-B31B-6641A7E8D3B1}" type="pres">
      <dgm:prSet presAssocID="{844B6883-BFAE-4601-81AD-574F3E736352}" presName="iconRect" presStyleLbl="node1" presStyleIdx="1" presStyleCnt="2" custScaleX="105819" custScaleY="90035"/>
      <dgm:spPr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</dgm:pt>
    <dgm:pt modelId="{58BFFDFB-A07E-411E-9788-26F9C578314B}" type="pres">
      <dgm:prSet presAssocID="{844B6883-BFAE-4601-81AD-574F3E736352}" presName="iconSpace" presStyleCnt="0"/>
      <dgm:spPr/>
    </dgm:pt>
    <dgm:pt modelId="{9BC26AF7-549C-4118-A9A8-52E3EF800AF7}" type="pres">
      <dgm:prSet presAssocID="{844B6883-BFAE-4601-81AD-574F3E736352}" presName="parTx" presStyleLbl="revTx" presStyleIdx="2" presStyleCnt="4">
        <dgm:presLayoutVars>
          <dgm:chMax val="0"/>
          <dgm:chPref val="0"/>
        </dgm:presLayoutVars>
      </dgm:prSet>
      <dgm:spPr/>
    </dgm:pt>
    <dgm:pt modelId="{E41D85F3-627E-4384-90CF-39E1AACE6DD2}" type="pres">
      <dgm:prSet presAssocID="{844B6883-BFAE-4601-81AD-574F3E736352}" presName="txSpace" presStyleCnt="0"/>
      <dgm:spPr/>
    </dgm:pt>
    <dgm:pt modelId="{D2852EE5-3111-4FB4-83ED-5B4B8234858F}" type="pres">
      <dgm:prSet presAssocID="{844B6883-BFAE-4601-81AD-574F3E736352}" presName="desTx" presStyleLbl="revTx" presStyleIdx="3" presStyleCnt="4">
        <dgm:presLayoutVars/>
      </dgm:prSet>
      <dgm:spPr/>
    </dgm:pt>
  </dgm:ptLst>
  <dgm:cxnLst>
    <dgm:cxn modelId="{88584F05-5674-48FD-83A6-98ACA4FFDDDC}" type="presOf" srcId="{FD7D0B8D-A821-47BF-9C0C-B2135809BCDC}" destId="{D2852EE5-3111-4FB4-83ED-5B4B8234858F}" srcOrd="0" destOrd="1" presId="urn:microsoft.com/office/officeart/2018/5/layout/CenteredIconLabelDescriptionList"/>
    <dgm:cxn modelId="{029FAF24-CC42-4E9E-B824-F30C996DE676}" srcId="{844B6883-BFAE-4601-81AD-574F3E736352}" destId="{57C10B57-0254-48DE-A1DA-B348A6B6AEB7}" srcOrd="0" destOrd="0" parTransId="{C1DEF029-7EEE-4756-85D9-272159362746}" sibTransId="{175B3EA4-EAC1-4510-A090-7EF829DE5B9D}"/>
    <dgm:cxn modelId="{39A49333-5148-4EB2-96A2-37F27EF8A9AE}" srcId="{844B6883-BFAE-4601-81AD-574F3E736352}" destId="{EC744DC5-760F-4522-9E10-E46521EC5186}" srcOrd="2" destOrd="0" parTransId="{BF14DFFD-D245-4ED7-BE70-118C53EBD82B}" sibTransId="{1558E424-91BA-41FF-8686-C7179DF92BAA}"/>
    <dgm:cxn modelId="{D1F4F345-0CA9-4C9C-B127-AB4422F10E78}" srcId="{7094C4AA-F5DE-421C-90A8-F041EB680C5A}" destId="{6126D7FC-AA71-48D5-B50F-64C70ABA1BDA}" srcOrd="0" destOrd="0" parTransId="{AFE7ACA6-DA2C-4DEA-B86C-850AEA2176E7}" sibTransId="{816B0151-F2BD-4C04-8567-B2A51965ADD0}"/>
    <dgm:cxn modelId="{CD69BA4B-1665-4E05-A2AC-1240E4AB03CE}" srcId="{6126D7FC-AA71-48D5-B50F-64C70ABA1BDA}" destId="{BC10A481-E231-4375-A493-9933BEA0644E}" srcOrd="2" destOrd="0" parTransId="{6796D938-EBCD-4FC7-997B-CA38B4439F40}" sibTransId="{28DA0376-B886-4457-A88A-19DA90917DCF}"/>
    <dgm:cxn modelId="{AACDBA4F-5638-46D8-8364-20886412B58F}" type="presOf" srcId="{DCB6BB7A-9AEF-4F11-96F3-F8405AC8C67E}" destId="{404A54CF-CDDF-4AF6-8788-761D5C3545F6}" srcOrd="0" destOrd="1" presId="urn:microsoft.com/office/officeart/2018/5/layout/CenteredIconLabelDescriptionList"/>
    <dgm:cxn modelId="{B2C91850-5854-4438-AC88-C2557D37C2B5}" type="presOf" srcId="{844B6883-BFAE-4601-81AD-574F3E736352}" destId="{9BC26AF7-549C-4118-A9A8-52E3EF800AF7}" srcOrd="0" destOrd="0" presId="urn:microsoft.com/office/officeart/2018/5/layout/CenteredIconLabelDescriptionList"/>
    <dgm:cxn modelId="{3BAB8254-C316-4444-AF87-8F5CB2D81FDE}" type="presOf" srcId="{6126D7FC-AA71-48D5-B50F-64C70ABA1BDA}" destId="{17ABDA0F-D24F-4CE5-9347-F58185C95137}" srcOrd="0" destOrd="0" presId="urn:microsoft.com/office/officeart/2018/5/layout/CenteredIconLabelDescriptionList"/>
    <dgm:cxn modelId="{51F17559-FDF3-4D57-9B2A-E51116BC27CC}" type="presOf" srcId="{BC10A481-E231-4375-A493-9933BEA0644E}" destId="{404A54CF-CDDF-4AF6-8788-761D5C3545F6}" srcOrd="0" destOrd="2" presId="urn:microsoft.com/office/officeart/2018/5/layout/CenteredIconLabelDescriptionList"/>
    <dgm:cxn modelId="{00C4829D-1EC4-4462-B718-9C9A232D6317}" type="presOf" srcId="{57C10B57-0254-48DE-A1DA-B348A6B6AEB7}" destId="{D2852EE5-3111-4FB4-83ED-5B4B8234858F}" srcOrd="0" destOrd="0" presId="urn:microsoft.com/office/officeart/2018/5/layout/CenteredIconLabelDescriptionList"/>
    <dgm:cxn modelId="{E5B061AA-26B8-4AEB-8486-2967B9760104}" srcId="{844B6883-BFAE-4601-81AD-574F3E736352}" destId="{FD7D0B8D-A821-47BF-9C0C-B2135809BCDC}" srcOrd="1" destOrd="0" parTransId="{66A9FA35-A56C-4695-8834-64DB0D374A18}" sibTransId="{5B83B147-20F7-4E85-A318-B33C5EF00353}"/>
    <dgm:cxn modelId="{52D3ACC6-2F24-4683-9035-CCE4B8E58674}" srcId="{6126D7FC-AA71-48D5-B50F-64C70ABA1BDA}" destId="{05A3A650-89F4-4CD5-B178-5E6793BA193F}" srcOrd="0" destOrd="0" parTransId="{884A563A-19F7-40BF-B5F6-DAE616E8AEE0}" sibTransId="{24C1331D-F656-4010-9E9D-FC030D20A72E}"/>
    <dgm:cxn modelId="{4C8093D5-42F7-4702-8ADA-318ACC40DB37}" srcId="{7094C4AA-F5DE-421C-90A8-F041EB680C5A}" destId="{844B6883-BFAE-4601-81AD-574F3E736352}" srcOrd="1" destOrd="0" parTransId="{D15D0706-241F-45DC-B566-5C2D6904CAC7}" sibTransId="{9ACA9786-32AA-48CE-8749-8185BD7C0C37}"/>
    <dgm:cxn modelId="{82AAF9E6-AF36-4DD2-9387-0C6818910ACC}" srcId="{6126D7FC-AA71-48D5-B50F-64C70ABA1BDA}" destId="{DCB6BB7A-9AEF-4F11-96F3-F8405AC8C67E}" srcOrd="1" destOrd="0" parTransId="{7D6E56AA-A513-4DAC-8E6E-FA1CB65F53D2}" sibTransId="{F631B27B-26BC-486F-9B82-C1C7C45901F9}"/>
    <dgm:cxn modelId="{C64FE7F3-31E7-4440-AB1E-A0009DE2583E}" type="presOf" srcId="{EC744DC5-760F-4522-9E10-E46521EC5186}" destId="{D2852EE5-3111-4FB4-83ED-5B4B8234858F}" srcOrd="0" destOrd="2" presId="urn:microsoft.com/office/officeart/2018/5/layout/CenteredIconLabelDescriptionList"/>
    <dgm:cxn modelId="{BAD0B4F6-2358-4A6A-A665-DBA1664B551B}" type="presOf" srcId="{05A3A650-89F4-4CD5-B178-5E6793BA193F}" destId="{404A54CF-CDDF-4AF6-8788-761D5C3545F6}" srcOrd="0" destOrd="0" presId="urn:microsoft.com/office/officeart/2018/5/layout/CenteredIconLabelDescriptionList"/>
    <dgm:cxn modelId="{1CB08CF9-D42F-4868-9409-52DF88D3908A}" type="presOf" srcId="{7094C4AA-F5DE-421C-90A8-F041EB680C5A}" destId="{84645974-870F-44C9-8BA9-2899CE76BE96}" srcOrd="0" destOrd="0" presId="urn:microsoft.com/office/officeart/2018/5/layout/CenteredIconLabelDescriptionList"/>
    <dgm:cxn modelId="{F6656CB7-9F87-4E7E-8789-1CE8EBC28D46}" type="presParOf" srcId="{84645974-870F-44C9-8BA9-2899CE76BE96}" destId="{38593334-186A-458D-AAE1-F23183942E82}" srcOrd="0" destOrd="0" presId="urn:microsoft.com/office/officeart/2018/5/layout/CenteredIconLabelDescriptionList"/>
    <dgm:cxn modelId="{77A03184-C26A-47B4-95E3-186559C9CB31}" type="presParOf" srcId="{38593334-186A-458D-AAE1-F23183942E82}" destId="{CD9E30AC-2EFB-4FCA-A95E-329063737082}" srcOrd="0" destOrd="0" presId="urn:microsoft.com/office/officeart/2018/5/layout/CenteredIconLabelDescriptionList"/>
    <dgm:cxn modelId="{8902DA62-42B9-4673-BB2C-FA2045B6B316}" type="presParOf" srcId="{38593334-186A-458D-AAE1-F23183942E82}" destId="{9B7C9D82-E938-4F6F-837E-47E0FFC82A1B}" srcOrd="1" destOrd="0" presId="urn:microsoft.com/office/officeart/2018/5/layout/CenteredIconLabelDescriptionList"/>
    <dgm:cxn modelId="{644733E1-E7E3-4B2E-B6AB-FA4D39E26B4A}" type="presParOf" srcId="{38593334-186A-458D-AAE1-F23183942E82}" destId="{17ABDA0F-D24F-4CE5-9347-F58185C95137}" srcOrd="2" destOrd="0" presId="urn:microsoft.com/office/officeart/2018/5/layout/CenteredIconLabelDescriptionList"/>
    <dgm:cxn modelId="{CE246C4B-7C0D-4B04-BF2E-41BB49163051}" type="presParOf" srcId="{38593334-186A-458D-AAE1-F23183942E82}" destId="{E8785CA3-2C87-4B92-AFE4-3A5A09B5AADA}" srcOrd="3" destOrd="0" presId="urn:microsoft.com/office/officeart/2018/5/layout/CenteredIconLabelDescriptionList"/>
    <dgm:cxn modelId="{E7CEDE48-17F7-4613-8A79-170D2F48D23E}" type="presParOf" srcId="{38593334-186A-458D-AAE1-F23183942E82}" destId="{404A54CF-CDDF-4AF6-8788-761D5C3545F6}" srcOrd="4" destOrd="0" presId="urn:microsoft.com/office/officeart/2018/5/layout/CenteredIconLabelDescriptionList"/>
    <dgm:cxn modelId="{04DA8010-702F-4339-926B-BE572F296356}" type="presParOf" srcId="{84645974-870F-44C9-8BA9-2899CE76BE96}" destId="{53DA2EF8-814E-45E3-B9E9-7788C0E0AD26}" srcOrd="1" destOrd="0" presId="urn:microsoft.com/office/officeart/2018/5/layout/CenteredIconLabelDescriptionList"/>
    <dgm:cxn modelId="{1F5F922F-FDA5-41C2-B22D-36B3CC3600D4}" type="presParOf" srcId="{84645974-870F-44C9-8BA9-2899CE76BE96}" destId="{702DEF11-79B2-4885-B790-A34AEC8ADEE3}" srcOrd="2" destOrd="0" presId="urn:microsoft.com/office/officeart/2018/5/layout/CenteredIconLabelDescriptionList"/>
    <dgm:cxn modelId="{4782B7F5-3AC5-4070-A7CA-3F6DC67C2B95}" type="presParOf" srcId="{702DEF11-79B2-4885-B790-A34AEC8ADEE3}" destId="{9BF5274D-52BE-44FD-B31B-6641A7E8D3B1}" srcOrd="0" destOrd="0" presId="urn:microsoft.com/office/officeart/2018/5/layout/CenteredIconLabelDescriptionList"/>
    <dgm:cxn modelId="{BEA52488-A35A-48B3-B5FF-96C6C4F94274}" type="presParOf" srcId="{702DEF11-79B2-4885-B790-A34AEC8ADEE3}" destId="{58BFFDFB-A07E-411E-9788-26F9C578314B}" srcOrd="1" destOrd="0" presId="urn:microsoft.com/office/officeart/2018/5/layout/CenteredIconLabelDescriptionList"/>
    <dgm:cxn modelId="{2F507C4E-3599-4C2B-84AC-092B3E8DFC6C}" type="presParOf" srcId="{702DEF11-79B2-4885-B790-A34AEC8ADEE3}" destId="{9BC26AF7-549C-4118-A9A8-52E3EF800AF7}" srcOrd="2" destOrd="0" presId="urn:microsoft.com/office/officeart/2018/5/layout/CenteredIconLabelDescriptionList"/>
    <dgm:cxn modelId="{1083CFB9-BBBD-47FB-B6F8-E35BEF8BA0DA}" type="presParOf" srcId="{702DEF11-79B2-4885-B790-A34AEC8ADEE3}" destId="{E41D85F3-627E-4384-90CF-39E1AACE6DD2}" srcOrd="3" destOrd="0" presId="urn:microsoft.com/office/officeart/2018/5/layout/CenteredIconLabelDescriptionList"/>
    <dgm:cxn modelId="{4D4FC740-DEC6-4A8C-A501-67B98F12EC42}" type="presParOf" srcId="{702DEF11-79B2-4885-B790-A34AEC8ADEE3}" destId="{D2852EE5-3111-4FB4-83ED-5B4B8234858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1CA3D7-6C30-4C35-A72A-0F29497AC32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13D9318-229E-40B9-A9D1-17CF1E1BC1FA}">
      <dgm:prSet/>
      <dgm:spPr/>
      <dgm:t>
        <a:bodyPr/>
        <a:lstStyle/>
        <a:p>
          <a:pPr>
            <a:defRPr b="1"/>
          </a:pPr>
          <a:r>
            <a:rPr lang="es-ES" dirty="0"/>
            <a:t>- Administradores:</a:t>
          </a:r>
          <a:endParaRPr lang="en-US" dirty="0"/>
        </a:p>
      </dgm:t>
    </dgm:pt>
    <dgm:pt modelId="{D40A228B-2FB1-4DB7-85E0-8900810F01CB}" type="parTrans" cxnId="{308BD750-0366-421A-BD2E-BFA271DC7A05}">
      <dgm:prSet/>
      <dgm:spPr/>
      <dgm:t>
        <a:bodyPr/>
        <a:lstStyle/>
        <a:p>
          <a:endParaRPr lang="en-US"/>
        </a:p>
      </dgm:t>
    </dgm:pt>
    <dgm:pt modelId="{1DAAFBAA-4E70-4B6E-A45C-1E2A6FC7ED2A}" type="sibTrans" cxnId="{308BD750-0366-421A-BD2E-BFA271DC7A05}">
      <dgm:prSet/>
      <dgm:spPr/>
      <dgm:t>
        <a:bodyPr/>
        <a:lstStyle/>
        <a:p>
          <a:endParaRPr lang="en-US"/>
        </a:p>
      </dgm:t>
    </dgm:pt>
    <dgm:pt modelId="{BFC9C097-C7C0-4F26-9FF1-61F866A2F09F}">
      <dgm:prSet/>
      <dgm:spPr/>
      <dgm:t>
        <a:bodyPr/>
        <a:lstStyle/>
        <a:p>
          <a:r>
            <a:rPr lang="es-ES" dirty="0"/>
            <a:t>Automatización de tareas repetitivas.</a:t>
          </a:r>
          <a:endParaRPr lang="en-US" dirty="0"/>
        </a:p>
      </dgm:t>
    </dgm:pt>
    <dgm:pt modelId="{7B75D7FB-FEE2-475F-8223-8A7A82771942}" type="parTrans" cxnId="{6A970C0A-B950-4DD7-B8F4-D04D7E503462}">
      <dgm:prSet/>
      <dgm:spPr/>
      <dgm:t>
        <a:bodyPr/>
        <a:lstStyle/>
        <a:p>
          <a:endParaRPr lang="en-US"/>
        </a:p>
      </dgm:t>
    </dgm:pt>
    <dgm:pt modelId="{3836FD05-B3B0-4B72-A42C-DCD5E2305600}" type="sibTrans" cxnId="{6A970C0A-B950-4DD7-B8F4-D04D7E503462}">
      <dgm:prSet/>
      <dgm:spPr/>
      <dgm:t>
        <a:bodyPr/>
        <a:lstStyle/>
        <a:p>
          <a:endParaRPr lang="en-US"/>
        </a:p>
      </dgm:t>
    </dgm:pt>
    <dgm:pt modelId="{520D20B2-0CC6-4723-A767-B2599134EF26}">
      <dgm:prSet/>
      <dgm:spPr/>
      <dgm:t>
        <a:bodyPr/>
        <a:lstStyle/>
        <a:p>
          <a:r>
            <a:rPr lang="es-ES" dirty="0"/>
            <a:t>Menor probabilidad de errores humanos.</a:t>
          </a:r>
          <a:endParaRPr lang="en-US" dirty="0"/>
        </a:p>
      </dgm:t>
    </dgm:pt>
    <dgm:pt modelId="{2E63A442-E041-4267-8EC2-1C6D391E38EE}" type="parTrans" cxnId="{BF63EAE7-CD75-4587-AC37-82A86D1FC128}">
      <dgm:prSet/>
      <dgm:spPr/>
      <dgm:t>
        <a:bodyPr/>
        <a:lstStyle/>
        <a:p>
          <a:endParaRPr lang="en-US"/>
        </a:p>
      </dgm:t>
    </dgm:pt>
    <dgm:pt modelId="{989D17AE-A64B-486C-AB52-0881ECFDB4CD}" type="sibTrans" cxnId="{BF63EAE7-CD75-4587-AC37-82A86D1FC128}">
      <dgm:prSet/>
      <dgm:spPr/>
      <dgm:t>
        <a:bodyPr/>
        <a:lstStyle/>
        <a:p>
          <a:endParaRPr lang="en-US"/>
        </a:p>
      </dgm:t>
    </dgm:pt>
    <dgm:pt modelId="{5D4DAC38-9665-4B74-A305-0194A945D8FB}">
      <dgm:prSet/>
      <dgm:spPr/>
      <dgm:t>
        <a:bodyPr/>
        <a:lstStyle/>
        <a:p>
          <a:r>
            <a:rPr lang="es-ES" dirty="0"/>
            <a:t>Ahorro de tiempo y esfuerzo.</a:t>
          </a:r>
          <a:endParaRPr lang="en-US" dirty="0"/>
        </a:p>
      </dgm:t>
    </dgm:pt>
    <dgm:pt modelId="{82887292-3071-482E-BD5F-92342C910B4A}" type="parTrans" cxnId="{7D86BB1E-9037-4DF1-A6AF-1DADF51B3908}">
      <dgm:prSet/>
      <dgm:spPr/>
      <dgm:t>
        <a:bodyPr/>
        <a:lstStyle/>
        <a:p>
          <a:endParaRPr lang="en-US"/>
        </a:p>
      </dgm:t>
    </dgm:pt>
    <dgm:pt modelId="{85D9DAAE-B82F-4C30-8684-6F0B6F916E10}" type="sibTrans" cxnId="{7D86BB1E-9037-4DF1-A6AF-1DADF51B3908}">
      <dgm:prSet/>
      <dgm:spPr/>
      <dgm:t>
        <a:bodyPr/>
        <a:lstStyle/>
        <a:p>
          <a:endParaRPr lang="en-US"/>
        </a:p>
      </dgm:t>
    </dgm:pt>
    <dgm:pt modelId="{175E8DB5-55D8-42E9-85F8-C34E1EC9819A}">
      <dgm:prSet/>
      <dgm:spPr/>
      <dgm:t>
        <a:bodyPr/>
        <a:lstStyle/>
        <a:p>
          <a:pPr>
            <a:defRPr b="1"/>
          </a:pPr>
          <a:r>
            <a:rPr lang="es-ES" dirty="0"/>
            <a:t>- Solicitantes:</a:t>
          </a:r>
          <a:endParaRPr lang="en-US" dirty="0"/>
        </a:p>
      </dgm:t>
    </dgm:pt>
    <dgm:pt modelId="{994692C6-416D-470D-A7DF-E565275263BB}" type="parTrans" cxnId="{AE26921C-4D52-4B6C-8C13-30760B38B646}">
      <dgm:prSet/>
      <dgm:spPr/>
      <dgm:t>
        <a:bodyPr/>
        <a:lstStyle/>
        <a:p>
          <a:endParaRPr lang="en-US"/>
        </a:p>
      </dgm:t>
    </dgm:pt>
    <dgm:pt modelId="{B4161737-6953-4402-976E-C007359D94EA}" type="sibTrans" cxnId="{AE26921C-4D52-4B6C-8C13-30760B38B646}">
      <dgm:prSet/>
      <dgm:spPr/>
      <dgm:t>
        <a:bodyPr/>
        <a:lstStyle/>
        <a:p>
          <a:endParaRPr lang="en-US"/>
        </a:p>
      </dgm:t>
    </dgm:pt>
    <dgm:pt modelId="{16731869-2133-436D-9F17-3401C0B20A8B}">
      <dgm:prSet/>
      <dgm:spPr/>
      <dgm:t>
        <a:bodyPr/>
        <a:lstStyle/>
        <a:p>
          <a:r>
            <a:rPr lang="es-ES"/>
            <a:t>Proceso rápido y claro.</a:t>
          </a:r>
          <a:endParaRPr lang="en-US"/>
        </a:p>
      </dgm:t>
    </dgm:pt>
    <dgm:pt modelId="{687AD716-96B3-4A01-B3CD-37E2176095F6}" type="parTrans" cxnId="{8C3D81CC-35A7-4CB4-A211-2B1574B7F278}">
      <dgm:prSet/>
      <dgm:spPr/>
      <dgm:t>
        <a:bodyPr/>
        <a:lstStyle/>
        <a:p>
          <a:endParaRPr lang="en-US"/>
        </a:p>
      </dgm:t>
    </dgm:pt>
    <dgm:pt modelId="{966CDDE7-D1E0-4F25-839D-AEEE69C3FBEF}" type="sibTrans" cxnId="{8C3D81CC-35A7-4CB4-A211-2B1574B7F278}">
      <dgm:prSet/>
      <dgm:spPr/>
      <dgm:t>
        <a:bodyPr/>
        <a:lstStyle/>
        <a:p>
          <a:endParaRPr lang="en-US"/>
        </a:p>
      </dgm:t>
    </dgm:pt>
    <dgm:pt modelId="{F60215E2-34CE-41E4-A1AA-87B27C280246}">
      <dgm:prSet/>
      <dgm:spPr/>
      <dgm:t>
        <a:bodyPr/>
        <a:lstStyle/>
        <a:p>
          <a:r>
            <a:rPr lang="es-ES"/>
            <a:t>Seguridad en las reservas.</a:t>
          </a:r>
          <a:endParaRPr lang="en-US"/>
        </a:p>
      </dgm:t>
    </dgm:pt>
    <dgm:pt modelId="{4FF2FE7F-83C3-42E9-A2D7-AB5BD952657F}" type="parTrans" cxnId="{7B5C9FFD-B59D-4377-8AD4-953F6F3B2987}">
      <dgm:prSet/>
      <dgm:spPr/>
      <dgm:t>
        <a:bodyPr/>
        <a:lstStyle/>
        <a:p>
          <a:endParaRPr lang="en-US"/>
        </a:p>
      </dgm:t>
    </dgm:pt>
    <dgm:pt modelId="{B4124D40-0E01-464F-836E-6C2DBA6F74FB}" type="sibTrans" cxnId="{7B5C9FFD-B59D-4377-8AD4-953F6F3B2987}">
      <dgm:prSet/>
      <dgm:spPr/>
      <dgm:t>
        <a:bodyPr/>
        <a:lstStyle/>
        <a:p>
          <a:endParaRPr lang="en-US"/>
        </a:p>
      </dgm:t>
    </dgm:pt>
    <dgm:pt modelId="{9226A816-00CC-4B71-BB9B-5AF1F6BF1C6A}">
      <dgm:prSet/>
      <dgm:spPr/>
      <dgm:t>
        <a:bodyPr/>
        <a:lstStyle/>
        <a:p>
          <a:r>
            <a:rPr lang="es-ES"/>
            <a:t>Menor dependencia de la administración para gestiones simples.</a:t>
          </a:r>
          <a:endParaRPr lang="en-US"/>
        </a:p>
      </dgm:t>
    </dgm:pt>
    <dgm:pt modelId="{EEAC4927-4064-4D48-B3B3-EACC1A22841F}" type="parTrans" cxnId="{017F1B7A-0C68-4513-8263-26403B1C6430}">
      <dgm:prSet/>
      <dgm:spPr/>
      <dgm:t>
        <a:bodyPr/>
        <a:lstStyle/>
        <a:p>
          <a:endParaRPr lang="en-US"/>
        </a:p>
      </dgm:t>
    </dgm:pt>
    <dgm:pt modelId="{92186B9F-A68A-4CAF-B250-19BFEEED1BE5}" type="sibTrans" cxnId="{017F1B7A-0C68-4513-8263-26403B1C6430}">
      <dgm:prSet/>
      <dgm:spPr/>
      <dgm:t>
        <a:bodyPr/>
        <a:lstStyle/>
        <a:p>
          <a:endParaRPr lang="en-US"/>
        </a:p>
      </dgm:t>
    </dgm:pt>
    <dgm:pt modelId="{34159902-E484-4A08-BA47-F7600FE0FBB3}" type="pres">
      <dgm:prSet presAssocID="{661CA3D7-6C30-4C35-A72A-0F29497AC32F}" presName="root" presStyleCnt="0">
        <dgm:presLayoutVars>
          <dgm:dir/>
          <dgm:resizeHandles val="exact"/>
        </dgm:presLayoutVars>
      </dgm:prSet>
      <dgm:spPr/>
    </dgm:pt>
    <dgm:pt modelId="{4FD9D46F-F568-42C9-9E2B-015CD9D7BE2C}" type="pres">
      <dgm:prSet presAssocID="{A13D9318-229E-40B9-A9D1-17CF1E1BC1FA}" presName="compNode" presStyleCnt="0"/>
      <dgm:spPr/>
    </dgm:pt>
    <dgm:pt modelId="{58C7D7F3-104F-4A23-B9F4-518FA066FA62}" type="pres">
      <dgm:prSet presAssocID="{A13D9318-229E-40B9-A9D1-17CF1E1BC1FA}" presName="iconRect" presStyleLbl="nod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C65F2625-DB07-4D71-82EF-6E67C5782D77}" type="pres">
      <dgm:prSet presAssocID="{A13D9318-229E-40B9-A9D1-17CF1E1BC1FA}" presName="iconSpace" presStyleCnt="0"/>
      <dgm:spPr/>
    </dgm:pt>
    <dgm:pt modelId="{CD49F85F-9906-48B3-B682-BFB89FAE0E5E}" type="pres">
      <dgm:prSet presAssocID="{A13D9318-229E-40B9-A9D1-17CF1E1BC1FA}" presName="parTx" presStyleLbl="revTx" presStyleIdx="0" presStyleCnt="4">
        <dgm:presLayoutVars>
          <dgm:chMax val="0"/>
          <dgm:chPref val="0"/>
        </dgm:presLayoutVars>
      </dgm:prSet>
      <dgm:spPr/>
    </dgm:pt>
    <dgm:pt modelId="{DB66F315-A84D-4D0A-940F-7CB4CB262285}" type="pres">
      <dgm:prSet presAssocID="{A13D9318-229E-40B9-A9D1-17CF1E1BC1FA}" presName="txSpace" presStyleCnt="0"/>
      <dgm:spPr/>
    </dgm:pt>
    <dgm:pt modelId="{D92205FC-674D-4E47-964A-0EE7FAD0A6A4}" type="pres">
      <dgm:prSet presAssocID="{A13D9318-229E-40B9-A9D1-17CF1E1BC1FA}" presName="desTx" presStyleLbl="revTx" presStyleIdx="1" presStyleCnt="4">
        <dgm:presLayoutVars/>
      </dgm:prSet>
      <dgm:spPr/>
    </dgm:pt>
    <dgm:pt modelId="{DF397DE3-9CA6-440D-9ACC-2A8AFC362DAF}" type="pres">
      <dgm:prSet presAssocID="{1DAAFBAA-4E70-4B6E-A45C-1E2A6FC7ED2A}" presName="sibTrans" presStyleCnt="0"/>
      <dgm:spPr/>
    </dgm:pt>
    <dgm:pt modelId="{822E9238-8FF2-4042-B78B-A7C319107261}" type="pres">
      <dgm:prSet presAssocID="{175E8DB5-55D8-42E9-85F8-C34E1EC9819A}" presName="compNode" presStyleCnt="0"/>
      <dgm:spPr/>
    </dgm:pt>
    <dgm:pt modelId="{ED715D67-A4DD-4989-9305-DE150DB196BF}" type="pres">
      <dgm:prSet presAssocID="{175E8DB5-55D8-42E9-85F8-C34E1EC9819A}" presName="iconRect" presStyleLbl="node1" presStyleIdx="1" presStyleCnt="2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64C98230-6935-4675-8FE1-D9E1A4925EFA}" type="pres">
      <dgm:prSet presAssocID="{175E8DB5-55D8-42E9-85F8-C34E1EC9819A}" presName="iconSpace" presStyleCnt="0"/>
      <dgm:spPr/>
    </dgm:pt>
    <dgm:pt modelId="{CD3C4359-C031-4491-B37F-22D5DA49AD2B}" type="pres">
      <dgm:prSet presAssocID="{175E8DB5-55D8-42E9-85F8-C34E1EC9819A}" presName="parTx" presStyleLbl="revTx" presStyleIdx="2" presStyleCnt="4">
        <dgm:presLayoutVars>
          <dgm:chMax val="0"/>
          <dgm:chPref val="0"/>
        </dgm:presLayoutVars>
      </dgm:prSet>
      <dgm:spPr/>
    </dgm:pt>
    <dgm:pt modelId="{20E6C1B4-CF7F-48C5-9258-07B4623A3E6A}" type="pres">
      <dgm:prSet presAssocID="{175E8DB5-55D8-42E9-85F8-C34E1EC9819A}" presName="txSpace" presStyleCnt="0"/>
      <dgm:spPr/>
    </dgm:pt>
    <dgm:pt modelId="{03D1C77C-375B-49F3-B546-4D21E478B236}" type="pres">
      <dgm:prSet presAssocID="{175E8DB5-55D8-42E9-85F8-C34E1EC9819A}" presName="desTx" presStyleLbl="revTx" presStyleIdx="3" presStyleCnt="4">
        <dgm:presLayoutVars/>
      </dgm:prSet>
      <dgm:spPr/>
    </dgm:pt>
  </dgm:ptLst>
  <dgm:cxnLst>
    <dgm:cxn modelId="{6A970C0A-B950-4DD7-B8F4-D04D7E503462}" srcId="{A13D9318-229E-40B9-A9D1-17CF1E1BC1FA}" destId="{BFC9C097-C7C0-4F26-9FF1-61F866A2F09F}" srcOrd="0" destOrd="0" parTransId="{7B75D7FB-FEE2-475F-8223-8A7A82771942}" sibTransId="{3836FD05-B3B0-4B72-A42C-DCD5E2305600}"/>
    <dgm:cxn modelId="{AE26921C-4D52-4B6C-8C13-30760B38B646}" srcId="{661CA3D7-6C30-4C35-A72A-0F29497AC32F}" destId="{175E8DB5-55D8-42E9-85F8-C34E1EC9819A}" srcOrd="1" destOrd="0" parTransId="{994692C6-416D-470D-A7DF-E565275263BB}" sibTransId="{B4161737-6953-4402-976E-C007359D94EA}"/>
    <dgm:cxn modelId="{7D86BB1E-9037-4DF1-A6AF-1DADF51B3908}" srcId="{A13D9318-229E-40B9-A9D1-17CF1E1BC1FA}" destId="{5D4DAC38-9665-4B74-A305-0194A945D8FB}" srcOrd="2" destOrd="0" parTransId="{82887292-3071-482E-BD5F-92342C910B4A}" sibTransId="{85D9DAAE-B82F-4C30-8684-6F0B6F916E10}"/>
    <dgm:cxn modelId="{E3973A32-0C93-437E-B8A5-DA62A97C8C97}" type="presOf" srcId="{9226A816-00CC-4B71-BB9B-5AF1F6BF1C6A}" destId="{03D1C77C-375B-49F3-B546-4D21E478B236}" srcOrd="0" destOrd="2" presId="urn:microsoft.com/office/officeart/2018/5/layout/CenteredIconLabelDescriptionList"/>
    <dgm:cxn modelId="{D881C05B-C4F0-4B2D-8675-799D0D98F864}" type="presOf" srcId="{661CA3D7-6C30-4C35-A72A-0F29497AC32F}" destId="{34159902-E484-4A08-BA47-F7600FE0FBB3}" srcOrd="0" destOrd="0" presId="urn:microsoft.com/office/officeart/2018/5/layout/CenteredIconLabelDescriptionList"/>
    <dgm:cxn modelId="{D474BD44-83A3-43FE-9144-38848B73FB60}" type="presOf" srcId="{BFC9C097-C7C0-4F26-9FF1-61F866A2F09F}" destId="{D92205FC-674D-4E47-964A-0EE7FAD0A6A4}" srcOrd="0" destOrd="0" presId="urn:microsoft.com/office/officeart/2018/5/layout/CenteredIconLabelDescriptionList"/>
    <dgm:cxn modelId="{308BD750-0366-421A-BD2E-BFA271DC7A05}" srcId="{661CA3D7-6C30-4C35-A72A-0F29497AC32F}" destId="{A13D9318-229E-40B9-A9D1-17CF1E1BC1FA}" srcOrd="0" destOrd="0" parTransId="{D40A228B-2FB1-4DB7-85E0-8900810F01CB}" sibTransId="{1DAAFBAA-4E70-4B6E-A45C-1E2A6FC7ED2A}"/>
    <dgm:cxn modelId="{322A9F72-700F-4ACF-9E78-9AA52007FEA1}" type="presOf" srcId="{175E8DB5-55D8-42E9-85F8-C34E1EC9819A}" destId="{CD3C4359-C031-4491-B37F-22D5DA49AD2B}" srcOrd="0" destOrd="0" presId="urn:microsoft.com/office/officeart/2018/5/layout/CenteredIconLabelDescriptionList"/>
    <dgm:cxn modelId="{017F1B7A-0C68-4513-8263-26403B1C6430}" srcId="{175E8DB5-55D8-42E9-85F8-C34E1EC9819A}" destId="{9226A816-00CC-4B71-BB9B-5AF1F6BF1C6A}" srcOrd="2" destOrd="0" parTransId="{EEAC4927-4064-4D48-B3B3-EACC1A22841F}" sibTransId="{92186B9F-A68A-4CAF-B250-19BFEEED1BE5}"/>
    <dgm:cxn modelId="{A633997B-74E6-4927-9214-A3EAC50F491F}" type="presOf" srcId="{F60215E2-34CE-41E4-A1AA-87B27C280246}" destId="{03D1C77C-375B-49F3-B546-4D21E478B236}" srcOrd="0" destOrd="1" presId="urn:microsoft.com/office/officeart/2018/5/layout/CenteredIconLabelDescriptionList"/>
    <dgm:cxn modelId="{00F4438F-7EB9-483E-BA27-9588F0661D9B}" type="presOf" srcId="{520D20B2-0CC6-4723-A767-B2599134EF26}" destId="{D92205FC-674D-4E47-964A-0EE7FAD0A6A4}" srcOrd="0" destOrd="1" presId="urn:microsoft.com/office/officeart/2018/5/layout/CenteredIconLabelDescriptionList"/>
    <dgm:cxn modelId="{431A2EA1-B213-4B30-8272-DBFC37500100}" type="presOf" srcId="{5D4DAC38-9665-4B74-A305-0194A945D8FB}" destId="{D92205FC-674D-4E47-964A-0EE7FAD0A6A4}" srcOrd="0" destOrd="2" presId="urn:microsoft.com/office/officeart/2018/5/layout/CenteredIconLabelDescriptionList"/>
    <dgm:cxn modelId="{677767BB-8FA2-4ECC-A0D4-8261A21721DE}" type="presOf" srcId="{16731869-2133-436D-9F17-3401C0B20A8B}" destId="{03D1C77C-375B-49F3-B546-4D21E478B236}" srcOrd="0" destOrd="0" presId="urn:microsoft.com/office/officeart/2018/5/layout/CenteredIconLabelDescriptionList"/>
    <dgm:cxn modelId="{8C3D81CC-35A7-4CB4-A211-2B1574B7F278}" srcId="{175E8DB5-55D8-42E9-85F8-C34E1EC9819A}" destId="{16731869-2133-436D-9F17-3401C0B20A8B}" srcOrd="0" destOrd="0" parTransId="{687AD716-96B3-4A01-B3CD-37E2176095F6}" sibTransId="{966CDDE7-D1E0-4F25-839D-AEEE69C3FBEF}"/>
    <dgm:cxn modelId="{BF63EAE7-CD75-4587-AC37-82A86D1FC128}" srcId="{A13D9318-229E-40B9-A9D1-17CF1E1BC1FA}" destId="{520D20B2-0CC6-4723-A767-B2599134EF26}" srcOrd="1" destOrd="0" parTransId="{2E63A442-E041-4267-8EC2-1C6D391E38EE}" sibTransId="{989D17AE-A64B-486C-AB52-0881ECFDB4CD}"/>
    <dgm:cxn modelId="{511814EC-2584-4FEF-80A6-6BADDFC5CB66}" type="presOf" srcId="{A13D9318-229E-40B9-A9D1-17CF1E1BC1FA}" destId="{CD49F85F-9906-48B3-B682-BFB89FAE0E5E}" srcOrd="0" destOrd="0" presId="urn:microsoft.com/office/officeart/2018/5/layout/CenteredIconLabelDescriptionList"/>
    <dgm:cxn modelId="{7B5C9FFD-B59D-4377-8AD4-953F6F3B2987}" srcId="{175E8DB5-55D8-42E9-85F8-C34E1EC9819A}" destId="{F60215E2-34CE-41E4-A1AA-87B27C280246}" srcOrd="1" destOrd="0" parTransId="{4FF2FE7F-83C3-42E9-A2D7-AB5BD952657F}" sibTransId="{B4124D40-0E01-464F-836E-6C2DBA6F74FB}"/>
    <dgm:cxn modelId="{31B32B0C-BD1C-4BFF-8D82-27EB21210702}" type="presParOf" srcId="{34159902-E484-4A08-BA47-F7600FE0FBB3}" destId="{4FD9D46F-F568-42C9-9E2B-015CD9D7BE2C}" srcOrd="0" destOrd="0" presId="urn:microsoft.com/office/officeart/2018/5/layout/CenteredIconLabelDescriptionList"/>
    <dgm:cxn modelId="{33108DB8-9446-45F3-B137-D44FD1E0265C}" type="presParOf" srcId="{4FD9D46F-F568-42C9-9E2B-015CD9D7BE2C}" destId="{58C7D7F3-104F-4A23-B9F4-518FA066FA62}" srcOrd="0" destOrd="0" presId="urn:microsoft.com/office/officeart/2018/5/layout/CenteredIconLabelDescriptionList"/>
    <dgm:cxn modelId="{A676E6EE-9787-4539-913C-1557016D994A}" type="presParOf" srcId="{4FD9D46F-F568-42C9-9E2B-015CD9D7BE2C}" destId="{C65F2625-DB07-4D71-82EF-6E67C5782D77}" srcOrd="1" destOrd="0" presId="urn:microsoft.com/office/officeart/2018/5/layout/CenteredIconLabelDescriptionList"/>
    <dgm:cxn modelId="{92A346BE-5D73-4995-911B-087DAAD8D3FA}" type="presParOf" srcId="{4FD9D46F-F568-42C9-9E2B-015CD9D7BE2C}" destId="{CD49F85F-9906-48B3-B682-BFB89FAE0E5E}" srcOrd="2" destOrd="0" presId="urn:microsoft.com/office/officeart/2018/5/layout/CenteredIconLabelDescriptionList"/>
    <dgm:cxn modelId="{20F8E275-A0DE-4D0A-B58C-12B25C5BDAF6}" type="presParOf" srcId="{4FD9D46F-F568-42C9-9E2B-015CD9D7BE2C}" destId="{DB66F315-A84D-4D0A-940F-7CB4CB262285}" srcOrd="3" destOrd="0" presId="urn:microsoft.com/office/officeart/2018/5/layout/CenteredIconLabelDescriptionList"/>
    <dgm:cxn modelId="{022EAEA9-CE8C-4FDA-BAE1-22F6E9E5FD3C}" type="presParOf" srcId="{4FD9D46F-F568-42C9-9E2B-015CD9D7BE2C}" destId="{D92205FC-674D-4E47-964A-0EE7FAD0A6A4}" srcOrd="4" destOrd="0" presId="urn:microsoft.com/office/officeart/2018/5/layout/CenteredIconLabelDescriptionList"/>
    <dgm:cxn modelId="{EA85630C-0978-4394-A91A-1AE5CDD784A1}" type="presParOf" srcId="{34159902-E484-4A08-BA47-F7600FE0FBB3}" destId="{DF397DE3-9CA6-440D-9ACC-2A8AFC362DAF}" srcOrd="1" destOrd="0" presId="urn:microsoft.com/office/officeart/2018/5/layout/CenteredIconLabelDescriptionList"/>
    <dgm:cxn modelId="{EB985D65-2A06-4E16-B9DC-EC57DA659AEC}" type="presParOf" srcId="{34159902-E484-4A08-BA47-F7600FE0FBB3}" destId="{822E9238-8FF2-4042-B78B-A7C319107261}" srcOrd="2" destOrd="0" presId="urn:microsoft.com/office/officeart/2018/5/layout/CenteredIconLabelDescriptionList"/>
    <dgm:cxn modelId="{E05809C5-D817-49CB-AF39-7AB449AD10C9}" type="presParOf" srcId="{822E9238-8FF2-4042-B78B-A7C319107261}" destId="{ED715D67-A4DD-4989-9305-DE150DB196BF}" srcOrd="0" destOrd="0" presId="urn:microsoft.com/office/officeart/2018/5/layout/CenteredIconLabelDescriptionList"/>
    <dgm:cxn modelId="{755C7F10-2FEA-4DEB-8EFE-1442C87AD204}" type="presParOf" srcId="{822E9238-8FF2-4042-B78B-A7C319107261}" destId="{64C98230-6935-4675-8FE1-D9E1A4925EFA}" srcOrd="1" destOrd="0" presId="urn:microsoft.com/office/officeart/2018/5/layout/CenteredIconLabelDescriptionList"/>
    <dgm:cxn modelId="{CC582136-3EF8-4FCE-896F-12BCFE63F802}" type="presParOf" srcId="{822E9238-8FF2-4042-B78B-A7C319107261}" destId="{CD3C4359-C031-4491-B37F-22D5DA49AD2B}" srcOrd="2" destOrd="0" presId="urn:microsoft.com/office/officeart/2018/5/layout/CenteredIconLabelDescriptionList"/>
    <dgm:cxn modelId="{CE11FBDB-7F7B-409A-BA12-5DE7DBB16BE1}" type="presParOf" srcId="{822E9238-8FF2-4042-B78B-A7C319107261}" destId="{20E6C1B4-CF7F-48C5-9258-07B4623A3E6A}" srcOrd="3" destOrd="0" presId="urn:microsoft.com/office/officeart/2018/5/layout/CenteredIconLabelDescriptionList"/>
    <dgm:cxn modelId="{00F14802-6851-402E-B131-51DF563BE74C}" type="presParOf" srcId="{822E9238-8FF2-4042-B78B-A7C319107261}" destId="{03D1C77C-375B-49F3-B546-4D21E478B23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8993AE-0D72-4964-94A3-5F404AC83ED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0D9A88-E67A-4364-8515-BC3192AD7C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El sistema ofrece una solución integral para la gestión de actividades e instalaciones.</a:t>
          </a:r>
        </a:p>
      </dgm:t>
    </dgm:pt>
    <dgm:pt modelId="{7E529EDA-BF17-42FB-A22D-9235C4B10984}" type="parTrans" cxnId="{E88A2B8F-DAB4-4401-9E5D-74052EEDAE53}">
      <dgm:prSet/>
      <dgm:spPr/>
      <dgm:t>
        <a:bodyPr/>
        <a:lstStyle/>
        <a:p>
          <a:endParaRPr lang="en-US"/>
        </a:p>
      </dgm:t>
    </dgm:pt>
    <dgm:pt modelId="{38911062-3D9E-4195-8B71-BF200E0DB1E7}" type="sibTrans" cxnId="{E88A2B8F-DAB4-4401-9E5D-74052EEDAE53}">
      <dgm:prSet/>
      <dgm:spPr/>
      <dgm:t>
        <a:bodyPr/>
        <a:lstStyle/>
        <a:p>
          <a:endParaRPr lang="en-US"/>
        </a:p>
      </dgm:t>
    </dgm:pt>
    <dgm:pt modelId="{772A1075-2BFD-4D15-AB98-594BA884D2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Beneficia tanto a los administradores como a los usuarios finales.</a:t>
          </a:r>
        </a:p>
      </dgm:t>
    </dgm:pt>
    <dgm:pt modelId="{EE56579C-7018-4994-B2E4-94E71119C663}" type="parTrans" cxnId="{D332B8CC-73E3-47C8-BA46-FE470B187617}">
      <dgm:prSet/>
      <dgm:spPr/>
      <dgm:t>
        <a:bodyPr/>
        <a:lstStyle/>
        <a:p>
          <a:endParaRPr lang="en-US"/>
        </a:p>
      </dgm:t>
    </dgm:pt>
    <dgm:pt modelId="{828DB6DE-FCD7-442A-A0D8-824D7BB491E2}" type="sibTrans" cxnId="{D332B8CC-73E3-47C8-BA46-FE470B187617}">
      <dgm:prSet/>
      <dgm:spPr/>
      <dgm:t>
        <a:bodyPr/>
        <a:lstStyle/>
        <a:p>
          <a:endParaRPr lang="en-US"/>
        </a:p>
      </dgm:t>
    </dgm:pt>
    <dgm:pt modelId="{2516E99E-B0C5-4381-9EED-75B8B44DE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Es una herramienta clave para optimizar la organización y el uso de recursos.</a:t>
          </a:r>
        </a:p>
      </dgm:t>
    </dgm:pt>
    <dgm:pt modelId="{3E3377ED-AAA3-49FD-A81D-33BE9D52A895}" type="parTrans" cxnId="{2C647760-85A8-405E-A707-3B6EDA5B5842}">
      <dgm:prSet/>
      <dgm:spPr/>
      <dgm:t>
        <a:bodyPr/>
        <a:lstStyle/>
        <a:p>
          <a:endParaRPr lang="en-US"/>
        </a:p>
      </dgm:t>
    </dgm:pt>
    <dgm:pt modelId="{3F6F4C7B-A112-4074-AEB4-2EA49C542632}" type="sibTrans" cxnId="{2C647760-85A8-405E-A707-3B6EDA5B5842}">
      <dgm:prSet/>
      <dgm:spPr/>
      <dgm:t>
        <a:bodyPr/>
        <a:lstStyle/>
        <a:p>
          <a:endParaRPr lang="en-US"/>
        </a:p>
      </dgm:t>
    </dgm:pt>
    <dgm:pt modelId="{DED8A92D-D5EF-4E01-B393-1FECE11BD1ED}" type="pres">
      <dgm:prSet presAssocID="{4E8993AE-0D72-4964-94A3-5F404AC83ED0}" presName="root" presStyleCnt="0">
        <dgm:presLayoutVars>
          <dgm:dir/>
          <dgm:resizeHandles val="exact"/>
        </dgm:presLayoutVars>
      </dgm:prSet>
      <dgm:spPr/>
    </dgm:pt>
    <dgm:pt modelId="{D28694B2-C784-46A0-BDDD-B00A9C0CD696}" type="pres">
      <dgm:prSet presAssocID="{F20D9A88-E67A-4364-8515-BC3192AD7C31}" presName="compNode" presStyleCnt="0"/>
      <dgm:spPr/>
    </dgm:pt>
    <dgm:pt modelId="{E6627776-90BE-4747-B1C1-45A9C43B630B}" type="pres">
      <dgm:prSet presAssocID="{F20D9A88-E67A-4364-8515-BC3192AD7C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9D05C40D-86D1-4391-BA4B-777C52D03BBC}" type="pres">
      <dgm:prSet presAssocID="{F20D9A88-E67A-4364-8515-BC3192AD7C31}" presName="spaceRect" presStyleCnt="0"/>
      <dgm:spPr/>
    </dgm:pt>
    <dgm:pt modelId="{A723CDD8-6DD3-47AE-BCB2-FF4B72B9043B}" type="pres">
      <dgm:prSet presAssocID="{F20D9A88-E67A-4364-8515-BC3192AD7C31}" presName="textRect" presStyleLbl="revTx" presStyleIdx="0" presStyleCnt="3">
        <dgm:presLayoutVars>
          <dgm:chMax val="1"/>
          <dgm:chPref val="1"/>
        </dgm:presLayoutVars>
      </dgm:prSet>
      <dgm:spPr/>
    </dgm:pt>
    <dgm:pt modelId="{36618EBC-B2C2-4627-AA4A-DDC9FC5C75B2}" type="pres">
      <dgm:prSet presAssocID="{38911062-3D9E-4195-8B71-BF200E0DB1E7}" presName="sibTrans" presStyleCnt="0"/>
      <dgm:spPr/>
    </dgm:pt>
    <dgm:pt modelId="{51E9B653-366C-45FF-A787-98657F637E05}" type="pres">
      <dgm:prSet presAssocID="{772A1075-2BFD-4D15-AB98-594BA884D273}" presName="compNode" presStyleCnt="0"/>
      <dgm:spPr/>
    </dgm:pt>
    <dgm:pt modelId="{722F84FA-F506-4C96-8301-40617307E9AB}" type="pres">
      <dgm:prSet presAssocID="{772A1075-2BFD-4D15-AB98-594BA884D27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5CDAEC58-5AE3-49B8-89F7-7D3457A08F8C}" type="pres">
      <dgm:prSet presAssocID="{772A1075-2BFD-4D15-AB98-594BA884D273}" presName="spaceRect" presStyleCnt="0"/>
      <dgm:spPr/>
    </dgm:pt>
    <dgm:pt modelId="{272B6F76-1A23-4F9A-9230-6FC4F7ED6DB0}" type="pres">
      <dgm:prSet presAssocID="{772A1075-2BFD-4D15-AB98-594BA884D273}" presName="textRect" presStyleLbl="revTx" presStyleIdx="1" presStyleCnt="3">
        <dgm:presLayoutVars>
          <dgm:chMax val="1"/>
          <dgm:chPref val="1"/>
        </dgm:presLayoutVars>
      </dgm:prSet>
      <dgm:spPr/>
    </dgm:pt>
    <dgm:pt modelId="{267AB712-F3F5-4A6B-AB73-60959090AF7C}" type="pres">
      <dgm:prSet presAssocID="{828DB6DE-FCD7-442A-A0D8-824D7BB491E2}" presName="sibTrans" presStyleCnt="0"/>
      <dgm:spPr/>
    </dgm:pt>
    <dgm:pt modelId="{CB28445E-696A-4701-A9F8-5338B03338CD}" type="pres">
      <dgm:prSet presAssocID="{2516E99E-B0C5-4381-9EED-75B8B44DE4F4}" presName="compNode" presStyleCnt="0"/>
      <dgm:spPr/>
    </dgm:pt>
    <dgm:pt modelId="{C52546F1-C294-4F10-91E0-9D56B0F9B20B}" type="pres">
      <dgm:prSet presAssocID="{2516E99E-B0C5-4381-9EED-75B8B44DE4F4}" presName="iconRect" presStyleLbl="node1" presStyleIdx="2" presStyleCnt="3"/>
      <dgm:spPr>
        <a:blipFill rotWithShape="1">
          <a:blip xmlns:r="http://schemas.openxmlformats.org/officeDocument/2006/relationships" r:embed="rId5"/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4FEAB6BA-8EE1-4C06-B91D-D43D4AB48B5A}" type="pres">
      <dgm:prSet presAssocID="{2516E99E-B0C5-4381-9EED-75B8B44DE4F4}" presName="spaceRect" presStyleCnt="0"/>
      <dgm:spPr/>
    </dgm:pt>
    <dgm:pt modelId="{D138C786-6578-439E-A3AC-050B4B39527E}" type="pres">
      <dgm:prSet presAssocID="{2516E99E-B0C5-4381-9EED-75B8B44DE4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936560E-5AF6-4C89-982E-F9349630FB03}" type="presOf" srcId="{4E8993AE-0D72-4964-94A3-5F404AC83ED0}" destId="{DED8A92D-D5EF-4E01-B393-1FECE11BD1ED}" srcOrd="0" destOrd="0" presId="urn:microsoft.com/office/officeart/2018/2/layout/IconLabelList"/>
    <dgm:cxn modelId="{2C647760-85A8-405E-A707-3B6EDA5B5842}" srcId="{4E8993AE-0D72-4964-94A3-5F404AC83ED0}" destId="{2516E99E-B0C5-4381-9EED-75B8B44DE4F4}" srcOrd="2" destOrd="0" parTransId="{3E3377ED-AAA3-49FD-A81D-33BE9D52A895}" sibTransId="{3F6F4C7B-A112-4074-AEB4-2EA49C542632}"/>
    <dgm:cxn modelId="{2C933A53-B418-4C4E-B9A5-6E3199968640}" type="presOf" srcId="{2516E99E-B0C5-4381-9EED-75B8B44DE4F4}" destId="{D138C786-6578-439E-A3AC-050B4B39527E}" srcOrd="0" destOrd="0" presId="urn:microsoft.com/office/officeart/2018/2/layout/IconLabelList"/>
    <dgm:cxn modelId="{C5975C73-CC0F-4AAC-841D-663C8F62DF02}" type="presOf" srcId="{772A1075-2BFD-4D15-AB98-594BA884D273}" destId="{272B6F76-1A23-4F9A-9230-6FC4F7ED6DB0}" srcOrd="0" destOrd="0" presId="urn:microsoft.com/office/officeart/2018/2/layout/IconLabelList"/>
    <dgm:cxn modelId="{E88A2B8F-DAB4-4401-9E5D-74052EEDAE53}" srcId="{4E8993AE-0D72-4964-94A3-5F404AC83ED0}" destId="{F20D9A88-E67A-4364-8515-BC3192AD7C31}" srcOrd="0" destOrd="0" parTransId="{7E529EDA-BF17-42FB-A22D-9235C4B10984}" sibTransId="{38911062-3D9E-4195-8B71-BF200E0DB1E7}"/>
    <dgm:cxn modelId="{69DD1791-B020-47C7-8E9C-24903A41B0C4}" type="presOf" srcId="{F20D9A88-E67A-4364-8515-BC3192AD7C31}" destId="{A723CDD8-6DD3-47AE-BCB2-FF4B72B9043B}" srcOrd="0" destOrd="0" presId="urn:microsoft.com/office/officeart/2018/2/layout/IconLabelList"/>
    <dgm:cxn modelId="{D332B8CC-73E3-47C8-BA46-FE470B187617}" srcId="{4E8993AE-0D72-4964-94A3-5F404AC83ED0}" destId="{772A1075-2BFD-4D15-AB98-594BA884D273}" srcOrd="1" destOrd="0" parTransId="{EE56579C-7018-4994-B2E4-94E71119C663}" sibTransId="{828DB6DE-FCD7-442A-A0D8-824D7BB491E2}"/>
    <dgm:cxn modelId="{B40232F4-B3AF-4F64-8BAE-A4B11A136422}" type="presParOf" srcId="{DED8A92D-D5EF-4E01-B393-1FECE11BD1ED}" destId="{D28694B2-C784-46A0-BDDD-B00A9C0CD696}" srcOrd="0" destOrd="0" presId="urn:microsoft.com/office/officeart/2018/2/layout/IconLabelList"/>
    <dgm:cxn modelId="{E5F53D54-5DEA-4E1A-90D6-DD441F8334B8}" type="presParOf" srcId="{D28694B2-C784-46A0-BDDD-B00A9C0CD696}" destId="{E6627776-90BE-4747-B1C1-45A9C43B630B}" srcOrd="0" destOrd="0" presId="urn:microsoft.com/office/officeart/2018/2/layout/IconLabelList"/>
    <dgm:cxn modelId="{5DD612F9-F637-42A9-9C1D-8F0353C82506}" type="presParOf" srcId="{D28694B2-C784-46A0-BDDD-B00A9C0CD696}" destId="{9D05C40D-86D1-4391-BA4B-777C52D03BBC}" srcOrd="1" destOrd="0" presId="urn:microsoft.com/office/officeart/2018/2/layout/IconLabelList"/>
    <dgm:cxn modelId="{EFFBED27-F62B-49B7-A958-52B1CC2CDBC7}" type="presParOf" srcId="{D28694B2-C784-46A0-BDDD-B00A9C0CD696}" destId="{A723CDD8-6DD3-47AE-BCB2-FF4B72B9043B}" srcOrd="2" destOrd="0" presId="urn:microsoft.com/office/officeart/2018/2/layout/IconLabelList"/>
    <dgm:cxn modelId="{8A9CCD2E-6EF2-4893-BC4D-54CB75DE3A85}" type="presParOf" srcId="{DED8A92D-D5EF-4E01-B393-1FECE11BD1ED}" destId="{36618EBC-B2C2-4627-AA4A-DDC9FC5C75B2}" srcOrd="1" destOrd="0" presId="urn:microsoft.com/office/officeart/2018/2/layout/IconLabelList"/>
    <dgm:cxn modelId="{4852F091-FCCE-46D0-BF93-93922738F2B6}" type="presParOf" srcId="{DED8A92D-D5EF-4E01-B393-1FECE11BD1ED}" destId="{51E9B653-366C-45FF-A787-98657F637E05}" srcOrd="2" destOrd="0" presId="urn:microsoft.com/office/officeart/2018/2/layout/IconLabelList"/>
    <dgm:cxn modelId="{ABA6CE57-BC7F-4D7E-BC01-EA0FB40F8B89}" type="presParOf" srcId="{51E9B653-366C-45FF-A787-98657F637E05}" destId="{722F84FA-F506-4C96-8301-40617307E9AB}" srcOrd="0" destOrd="0" presId="urn:microsoft.com/office/officeart/2018/2/layout/IconLabelList"/>
    <dgm:cxn modelId="{DEC9CCCA-EA00-4384-B41C-4D68EDD1BA19}" type="presParOf" srcId="{51E9B653-366C-45FF-A787-98657F637E05}" destId="{5CDAEC58-5AE3-49B8-89F7-7D3457A08F8C}" srcOrd="1" destOrd="0" presId="urn:microsoft.com/office/officeart/2018/2/layout/IconLabelList"/>
    <dgm:cxn modelId="{69DCA695-227D-40ED-A915-923507424A63}" type="presParOf" srcId="{51E9B653-366C-45FF-A787-98657F637E05}" destId="{272B6F76-1A23-4F9A-9230-6FC4F7ED6DB0}" srcOrd="2" destOrd="0" presId="urn:microsoft.com/office/officeart/2018/2/layout/IconLabelList"/>
    <dgm:cxn modelId="{ADCD2E87-0015-4300-B316-BF1EE8A2E1B8}" type="presParOf" srcId="{DED8A92D-D5EF-4E01-B393-1FECE11BD1ED}" destId="{267AB712-F3F5-4A6B-AB73-60959090AF7C}" srcOrd="3" destOrd="0" presId="urn:microsoft.com/office/officeart/2018/2/layout/IconLabelList"/>
    <dgm:cxn modelId="{500F77AE-AAFE-406E-9F19-ABA590DD8DC7}" type="presParOf" srcId="{DED8A92D-D5EF-4E01-B393-1FECE11BD1ED}" destId="{CB28445E-696A-4701-A9F8-5338B03338CD}" srcOrd="4" destOrd="0" presId="urn:microsoft.com/office/officeart/2018/2/layout/IconLabelList"/>
    <dgm:cxn modelId="{62392241-9BEF-4886-AE57-9F77A26BD89F}" type="presParOf" srcId="{CB28445E-696A-4701-A9F8-5338B03338CD}" destId="{C52546F1-C294-4F10-91E0-9D56B0F9B20B}" srcOrd="0" destOrd="0" presId="urn:microsoft.com/office/officeart/2018/2/layout/IconLabelList"/>
    <dgm:cxn modelId="{20BD0EC4-F776-43C7-8631-C5567682AD6E}" type="presParOf" srcId="{CB28445E-696A-4701-A9F8-5338B03338CD}" destId="{4FEAB6BA-8EE1-4C06-B91D-D43D4AB48B5A}" srcOrd="1" destOrd="0" presId="urn:microsoft.com/office/officeart/2018/2/layout/IconLabelList"/>
    <dgm:cxn modelId="{C012C9D0-D155-45CE-AA92-A5B4074E7F6A}" type="presParOf" srcId="{CB28445E-696A-4701-A9F8-5338B03338CD}" destId="{D138C786-6578-439E-A3AC-050B4B39527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E30AC-2EFB-4FCA-A95E-329063737082}">
      <dsp:nvSpPr>
        <dsp:cNvPr id="0" name=""/>
        <dsp:cNvSpPr/>
      </dsp:nvSpPr>
      <dsp:spPr>
        <a:xfrm>
          <a:off x="1225335" y="612235"/>
          <a:ext cx="1318570" cy="131857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BDA0F-D24F-4CE5-9347-F58185C95137}">
      <dsp:nvSpPr>
        <dsp:cNvPr id="0" name=""/>
        <dsp:cNvSpPr/>
      </dsp:nvSpPr>
      <dsp:spPr>
        <a:xfrm>
          <a:off x="949" y="2058444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- Administración:</a:t>
          </a:r>
        </a:p>
      </dsp:txBody>
      <dsp:txXfrm>
        <a:off x="949" y="2058444"/>
        <a:ext cx="3767343" cy="565101"/>
      </dsp:txXfrm>
    </dsp:sp>
    <dsp:sp modelId="{404A54CF-CDDF-4AF6-8788-761D5C3545F6}">
      <dsp:nvSpPr>
        <dsp:cNvPr id="0" name=""/>
        <dsp:cNvSpPr/>
      </dsp:nvSpPr>
      <dsp:spPr>
        <a:xfrm>
          <a:off x="949" y="2682912"/>
          <a:ext cx="3767343" cy="897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Crear, modificar y anular actividades.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Suspender o anular instalaciones.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Control de ocupación múltiple.</a:t>
          </a:r>
        </a:p>
      </dsp:txBody>
      <dsp:txXfrm>
        <a:off x="949" y="2682912"/>
        <a:ext cx="3767343" cy="897657"/>
      </dsp:txXfrm>
    </dsp:sp>
    <dsp:sp modelId="{9BF5274D-52BE-44FD-B31B-6641A7E8D3B1}">
      <dsp:nvSpPr>
        <dsp:cNvPr id="0" name=""/>
        <dsp:cNvSpPr/>
      </dsp:nvSpPr>
      <dsp:spPr>
        <a:xfrm>
          <a:off x="5613600" y="645084"/>
          <a:ext cx="1395297" cy="118717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26AF7-549C-4118-A9A8-52E3EF800AF7}">
      <dsp:nvSpPr>
        <dsp:cNvPr id="0" name=""/>
        <dsp:cNvSpPr/>
      </dsp:nvSpPr>
      <dsp:spPr>
        <a:xfrm>
          <a:off x="4427578" y="2025595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- </a:t>
          </a:r>
          <a:r>
            <a:rPr lang="en-US" sz="3600" kern="1200" dirty="0" err="1"/>
            <a:t>Solicitantes</a:t>
          </a:r>
          <a:r>
            <a:rPr lang="en-US" sz="3600" kern="1200" dirty="0"/>
            <a:t>:</a:t>
          </a:r>
        </a:p>
      </dsp:txBody>
      <dsp:txXfrm>
        <a:off x="4427578" y="2025595"/>
        <a:ext cx="3767343" cy="565101"/>
      </dsp:txXfrm>
    </dsp:sp>
    <dsp:sp modelId="{D2852EE5-3111-4FB4-83ED-5B4B8234858F}">
      <dsp:nvSpPr>
        <dsp:cNvPr id="0" name=""/>
        <dsp:cNvSpPr/>
      </dsp:nvSpPr>
      <dsp:spPr>
        <a:xfrm>
          <a:off x="4427578" y="2650063"/>
          <a:ext cx="3767343" cy="897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Reservar</a:t>
          </a:r>
          <a:r>
            <a:rPr lang="en-US" sz="1700" kern="1200" dirty="0"/>
            <a:t> </a:t>
          </a:r>
          <a:r>
            <a:rPr lang="en-US" sz="1700" kern="1200" dirty="0" err="1"/>
            <a:t>instalaciones</a:t>
          </a:r>
          <a:r>
            <a:rPr lang="en-US" sz="1700" kern="1200" dirty="0"/>
            <a:t>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Matricularse en actividades.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1700" kern="1200" dirty="0" err="1"/>
            <a:t>Descargar</a:t>
          </a:r>
          <a:r>
            <a:rPr lang="en-US" sz="1700" kern="1200" dirty="0"/>
            <a:t> y </a:t>
          </a:r>
          <a:r>
            <a:rPr lang="en-US" sz="1700" kern="1200" dirty="0" err="1"/>
            <a:t>subir</a:t>
          </a:r>
          <a:r>
            <a:rPr lang="en-US" sz="1700" kern="1200" dirty="0"/>
            <a:t> cartas de </a:t>
          </a:r>
          <a:r>
            <a:rPr lang="en-US" sz="1700" kern="1200" dirty="0" err="1"/>
            <a:t>pago</a:t>
          </a:r>
          <a:r>
            <a:rPr lang="en-US" sz="1700" kern="1200" dirty="0"/>
            <a:t>.</a:t>
          </a:r>
        </a:p>
      </dsp:txBody>
      <dsp:txXfrm>
        <a:off x="4427578" y="2650063"/>
        <a:ext cx="3767343" cy="897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7D7F3-104F-4A23-B9F4-518FA066FA62}">
      <dsp:nvSpPr>
        <dsp:cNvPr id="0" name=""/>
        <dsp:cNvSpPr/>
      </dsp:nvSpPr>
      <dsp:spPr>
        <a:xfrm>
          <a:off x="1225335" y="483594"/>
          <a:ext cx="1318570" cy="1318570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9F85F-9906-48B3-B682-BFB89FAE0E5E}">
      <dsp:nvSpPr>
        <dsp:cNvPr id="0" name=""/>
        <dsp:cNvSpPr/>
      </dsp:nvSpPr>
      <dsp:spPr>
        <a:xfrm>
          <a:off x="949" y="1940866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600" kern="1200" dirty="0"/>
            <a:t>- Administradores:</a:t>
          </a:r>
          <a:endParaRPr lang="en-US" sz="3600" kern="1200" dirty="0"/>
        </a:p>
      </dsp:txBody>
      <dsp:txXfrm>
        <a:off x="949" y="1940866"/>
        <a:ext cx="3767343" cy="565101"/>
      </dsp:txXfrm>
    </dsp:sp>
    <dsp:sp modelId="{D92205FC-674D-4E47-964A-0EE7FAD0A6A4}">
      <dsp:nvSpPr>
        <dsp:cNvPr id="0" name=""/>
        <dsp:cNvSpPr/>
      </dsp:nvSpPr>
      <dsp:spPr>
        <a:xfrm>
          <a:off x="949" y="2570480"/>
          <a:ext cx="3767343" cy="1138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Automatización de tareas repetitivas.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Menor probabilidad de errores humanos.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Ahorro de tiempo y esfuerzo.</a:t>
          </a:r>
          <a:endParaRPr lang="en-US" sz="1700" kern="1200" dirty="0"/>
        </a:p>
      </dsp:txBody>
      <dsp:txXfrm>
        <a:off x="949" y="2570480"/>
        <a:ext cx="3767343" cy="1138730"/>
      </dsp:txXfrm>
    </dsp:sp>
    <dsp:sp modelId="{ED715D67-A4DD-4989-9305-DE150DB196BF}">
      <dsp:nvSpPr>
        <dsp:cNvPr id="0" name=""/>
        <dsp:cNvSpPr/>
      </dsp:nvSpPr>
      <dsp:spPr>
        <a:xfrm>
          <a:off x="5651964" y="483594"/>
          <a:ext cx="1318570" cy="1318570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C4359-C031-4491-B37F-22D5DA49AD2B}">
      <dsp:nvSpPr>
        <dsp:cNvPr id="0" name=""/>
        <dsp:cNvSpPr/>
      </dsp:nvSpPr>
      <dsp:spPr>
        <a:xfrm>
          <a:off x="4427578" y="1940866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600" kern="1200" dirty="0"/>
            <a:t>- Solicitantes:</a:t>
          </a:r>
          <a:endParaRPr lang="en-US" sz="3600" kern="1200" dirty="0"/>
        </a:p>
      </dsp:txBody>
      <dsp:txXfrm>
        <a:off x="4427578" y="1940866"/>
        <a:ext cx="3767343" cy="565101"/>
      </dsp:txXfrm>
    </dsp:sp>
    <dsp:sp modelId="{03D1C77C-375B-49F3-B546-4D21E478B236}">
      <dsp:nvSpPr>
        <dsp:cNvPr id="0" name=""/>
        <dsp:cNvSpPr/>
      </dsp:nvSpPr>
      <dsp:spPr>
        <a:xfrm>
          <a:off x="4427578" y="2570480"/>
          <a:ext cx="3767343" cy="1138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Proceso rápido y claro.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Seguridad en las reservas.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Menor dependencia de la administración para gestiones simples.</a:t>
          </a:r>
          <a:endParaRPr lang="en-US" sz="1700" kern="1200"/>
        </a:p>
      </dsp:txBody>
      <dsp:txXfrm>
        <a:off x="4427578" y="2570480"/>
        <a:ext cx="3767343" cy="11387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27776-90BE-4747-B1C1-45A9C43B630B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3CDD8-6DD3-47AE-BCB2-FF4B72B9043B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El sistema ofrece una solución integral para la gestión de actividades e instalaciones.</a:t>
          </a:r>
        </a:p>
      </dsp:txBody>
      <dsp:txXfrm>
        <a:off x="90151" y="2602589"/>
        <a:ext cx="2402775" cy="720000"/>
      </dsp:txXfrm>
    </dsp:sp>
    <dsp:sp modelId="{722F84FA-F506-4C96-8301-40617307E9AB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B6F76-1A23-4F9A-9230-6FC4F7ED6DB0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Beneficia tanto a los administradores como a los usuarios finales.</a:t>
          </a:r>
        </a:p>
      </dsp:txBody>
      <dsp:txXfrm>
        <a:off x="2913412" y="2602589"/>
        <a:ext cx="2402775" cy="720000"/>
      </dsp:txXfrm>
    </dsp:sp>
    <dsp:sp modelId="{C52546F1-C294-4F10-91E0-9D56B0F9B20B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8C786-6578-439E-A3AC-050B4B39527E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Es una herramienta clave para optimizar la organización y el uso de recursos.</a:t>
          </a:r>
        </a:p>
      </dsp:txBody>
      <dsp:txXfrm>
        <a:off x="5736673" y="2602589"/>
        <a:ext cx="24027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161" y="639193"/>
            <a:ext cx="2678858" cy="3573516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ES" dirty="0"/>
              <a:t>Aplicación de Gestión de Reservas y Matrículas</a:t>
            </a:r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Dibujo de Calendario de mesa pintado por en Dibujos.net el día 16-12-18 a  las 21:44:55. Imprime, pinta o colorea tus propios dibujos!">
            <a:extLst>
              <a:ext uri="{FF2B5EF4-FFF2-40B4-BE49-F238E27FC236}">
                <a16:creationId xmlns:a16="http://schemas.microsoft.com/office/drawing/2014/main" id="{A79CCB77-7719-883E-2E11-2E446AEAE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167" y1="35745" x2="25167" y2="38298"/>
                        <a14:foregroundMark x1="25167" y1="38298" x2="26000" y2="57447"/>
                        <a14:foregroundMark x1="26000" y1="57447" x2="41167" y2="73191"/>
                        <a14:foregroundMark x1="41167" y1="73191" x2="64667" y2="58936"/>
                        <a14:foregroundMark x1="64667" y1="58936" x2="59833" y2="33617"/>
                        <a14:foregroundMark x1="59833" y1="33617" x2="58500" y2="32553"/>
                        <a14:foregroundMark x1="61667" y1="41064" x2="50500" y2="43830"/>
                        <a14:foregroundMark x1="50500" y1="43830" x2="53000" y2="50426"/>
                        <a14:foregroundMark x1="58000" y1="38723" x2="44667" y2="48511"/>
                        <a14:foregroundMark x1="44667" y1="48511" x2="59833" y2="53404"/>
                        <a14:foregroundMark x1="59833" y1="53404" x2="63167" y2="41915"/>
                        <a14:foregroundMark x1="60333" y1="39787" x2="43667" y2="42553"/>
                        <a14:foregroundMark x1="43667" y1="42553" x2="52500" y2="44468"/>
                        <a14:foregroundMark x1="56500" y1="34043" x2="43667" y2="38936"/>
                        <a14:foregroundMark x1="43667" y1="38936" x2="47833" y2="56170"/>
                        <a14:foregroundMark x1="47833" y1="56170" x2="51000" y2="51915"/>
                        <a14:foregroundMark x1="61833" y1="38085" x2="31333" y2="31702"/>
                        <a14:foregroundMark x1="62333" y1="37447" x2="24000" y2="35745"/>
                        <a14:foregroundMark x1="40500" y1="35745" x2="26167" y2="32979"/>
                        <a14:foregroundMark x1="39833" y1="31489" x2="26667" y2="30000"/>
                        <a14:foregroundMark x1="39167" y1="32553" x2="25000" y2="33404"/>
                        <a14:foregroundMark x1="49833" y1="39787" x2="28500" y2="40638"/>
                        <a14:foregroundMark x1="44000" y1="42553" x2="26000" y2="52340"/>
                        <a14:foregroundMark x1="49833" y1="49362" x2="19167" y2="55319"/>
                        <a14:foregroundMark x1="38167" y1="42979" x2="23000" y2="48936"/>
                        <a14:foregroundMark x1="40167" y1="47234" x2="19667" y2="51277"/>
                        <a14:foregroundMark x1="47667" y1="54681" x2="21500" y2="61702"/>
                        <a14:foregroundMark x1="41667" y1="53617" x2="24333" y2="61277"/>
                        <a14:foregroundMark x1="44000" y1="51702" x2="32333" y2="55319"/>
                        <a14:foregroundMark x1="32333" y1="55319" x2="23167" y2="65106"/>
                        <a14:foregroundMark x1="23167" y1="65106" x2="37167" y2="68298"/>
                        <a14:foregroundMark x1="37167" y1="68298" x2="48167" y2="62128"/>
                        <a14:foregroundMark x1="48167" y1="62128" x2="57667" y2="72553"/>
                        <a14:foregroundMark x1="57667" y1="72553" x2="45333" y2="43830"/>
                        <a14:foregroundMark x1="45333" y1="43830" x2="64000" y2="41277"/>
                        <a14:foregroundMark x1="64000" y1="41277" x2="63833" y2="34681"/>
                        <a14:foregroundMark x1="62167" y1="45957" x2="51667" y2="43617"/>
                        <a14:foregroundMark x1="51667" y1="44468" x2="35500" y2="40638"/>
                        <a14:foregroundMark x1="57833" y1="50638" x2="50833" y2="66170"/>
                        <a14:foregroundMark x1="59500" y1="52766" x2="50833" y2="69362"/>
                        <a14:foregroundMark x1="59333" y1="55745" x2="48500" y2="67447"/>
                        <a14:foregroundMark x1="52333" y1="55319" x2="44500" y2="67447"/>
                        <a14:foregroundMark x1="48500" y1="55319" x2="35167" y2="65745"/>
                        <a14:foregroundMark x1="44667" y1="58723" x2="32333" y2="63617"/>
                        <a14:foregroundMark x1="40000" y1="61702" x2="28167" y2="65745"/>
                        <a14:foregroundMark x1="61333" y1="64681" x2="58500" y2="72340"/>
                        <a14:foregroundMark x1="52167" y1="71489" x2="59000" y2="748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1295991"/>
            <a:ext cx="5410962" cy="423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42" y="1115949"/>
            <a:ext cx="3320066" cy="570953"/>
          </a:xfrm>
        </p:spPr>
        <p:txBody>
          <a:bodyPr>
            <a:normAutofit/>
          </a:bodyPr>
          <a:lstStyle/>
          <a:p>
            <a:r>
              <a:rPr lang="es-ES" sz="2400"/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782" y="1845607"/>
            <a:ext cx="3320068" cy="2097882"/>
          </a:xfrm>
        </p:spPr>
        <p:txBody>
          <a:bodyPr anchor="t">
            <a:normAutofit/>
          </a:bodyPr>
          <a:lstStyle/>
          <a:p>
            <a:r>
              <a:rPr lang="es-ES" sz="1350"/>
              <a:t>- Gestionar reservas de instalaciones y matrícula de actividades.</a:t>
            </a:r>
          </a:p>
          <a:p>
            <a:r>
              <a:rPr lang="es-ES" sz="1350"/>
              <a:t>- Integrar funcionalidades tanto para administración como para solicitantes.</a:t>
            </a:r>
          </a:p>
          <a:p>
            <a:r>
              <a:rPr lang="es-ES" sz="1350"/>
              <a:t>- Facilitar el control y la automatización de procesos relacionados.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81F3642D-13C8-47D1-8141-3F5A7CEBA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0356" y="1064378"/>
            <a:ext cx="1497423" cy="1497423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976" y="914874"/>
            <a:ext cx="1788813" cy="1788813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n 8" descr="Forma&#10;&#10;Descripción generada automáticamente con confianza baja">
            <a:extLst>
              <a:ext uri="{FF2B5EF4-FFF2-40B4-BE49-F238E27FC236}">
                <a16:creationId xmlns:a16="http://schemas.microsoft.com/office/drawing/2014/main" id="{1023696F-4859-D003-6F96-203692EA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75" y="1329577"/>
            <a:ext cx="930314" cy="930314"/>
          </a:xfrm>
          <a:prstGeom prst="rect">
            <a:avLst/>
          </a:prstGeom>
        </p:spPr>
      </p:pic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F1CD662-C732-41EB-A08A-EFB9E7EB8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7263" y="-5219"/>
            <a:ext cx="3326736" cy="2789641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8110" y="-5221"/>
            <a:ext cx="3465890" cy="2928795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8E915F0-311A-4BDD-94EC-B0A3D6A3C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790" y="3099184"/>
            <a:ext cx="2057400" cy="20574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6979" y="2968886"/>
            <a:ext cx="2304288" cy="23042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5137" y="5027781"/>
            <a:ext cx="3496302" cy="1840728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640CCAE-325C-4DD0-BB26-38BF690F3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45451"/>
            <a:ext cx="1351050" cy="1696600"/>
          </a:xfrm>
          <a:custGeom>
            <a:avLst/>
            <a:gdLst>
              <a:gd name="connsiteX0" fmla="*/ 644549 w 1732108"/>
              <a:gd name="connsiteY0" fmla="*/ 0 h 2175118"/>
              <a:gd name="connsiteX1" fmla="*/ 1732108 w 1732108"/>
              <a:gd name="connsiteY1" fmla="*/ 1087559 h 2175118"/>
              <a:gd name="connsiteX2" fmla="*/ 644549 w 1732108"/>
              <a:gd name="connsiteY2" fmla="*/ 2175118 h 2175118"/>
              <a:gd name="connsiteX3" fmla="*/ 36485 w 1732108"/>
              <a:gd name="connsiteY3" fmla="*/ 1989380 h 2175118"/>
              <a:gd name="connsiteX4" fmla="*/ 0 w 1732108"/>
              <a:gd name="connsiteY4" fmla="*/ 1959278 h 2175118"/>
              <a:gd name="connsiteX5" fmla="*/ 0 w 1732108"/>
              <a:gd name="connsiteY5" fmla="*/ 215841 h 2175118"/>
              <a:gd name="connsiteX6" fmla="*/ 36485 w 1732108"/>
              <a:gd name="connsiteY6" fmla="*/ 185738 h 2175118"/>
              <a:gd name="connsiteX7" fmla="*/ 644549 w 1732108"/>
              <a:gd name="connsiteY7" fmla="*/ 0 h 2175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108" h="2175118">
                <a:moveTo>
                  <a:pt x="644549" y="0"/>
                </a:moveTo>
                <a:cubicBezTo>
                  <a:pt x="1245191" y="0"/>
                  <a:pt x="1732108" y="486917"/>
                  <a:pt x="1732108" y="1087559"/>
                </a:cubicBezTo>
                <a:cubicBezTo>
                  <a:pt x="1732108" y="1688201"/>
                  <a:pt x="1245191" y="2175118"/>
                  <a:pt x="644549" y="2175118"/>
                </a:cubicBezTo>
                <a:cubicBezTo>
                  <a:pt x="419308" y="2175118"/>
                  <a:pt x="210060" y="2106646"/>
                  <a:pt x="36485" y="1989380"/>
                </a:cubicBezTo>
                <a:lnTo>
                  <a:pt x="0" y="1959278"/>
                </a:lnTo>
                <a:lnTo>
                  <a:pt x="0" y="215841"/>
                </a:lnTo>
                <a:lnTo>
                  <a:pt x="36485" y="185738"/>
                </a:lnTo>
                <a:cubicBezTo>
                  <a:pt x="210060" y="68473"/>
                  <a:pt x="419308" y="0"/>
                  <a:pt x="64454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9AC9A43-F5C5-4703-A0F0-78CBB9542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68462"/>
            <a:ext cx="1223117" cy="1440735"/>
          </a:xfrm>
          <a:custGeom>
            <a:avLst/>
            <a:gdLst>
              <a:gd name="connsiteX0" fmla="*/ 644548 w 1568092"/>
              <a:gd name="connsiteY0" fmla="*/ 0 h 1847088"/>
              <a:gd name="connsiteX1" fmla="*/ 1568092 w 1568092"/>
              <a:gd name="connsiteY1" fmla="*/ 923544 h 1847088"/>
              <a:gd name="connsiteX2" fmla="*/ 644548 w 1568092"/>
              <a:gd name="connsiteY2" fmla="*/ 1847088 h 1847088"/>
              <a:gd name="connsiteX3" fmla="*/ 128186 w 1568092"/>
              <a:gd name="connsiteY3" fmla="*/ 1689361 h 1847088"/>
              <a:gd name="connsiteX4" fmla="*/ 0 w 1568092"/>
              <a:gd name="connsiteY4" fmla="*/ 1583598 h 1847088"/>
              <a:gd name="connsiteX5" fmla="*/ 0 w 1568092"/>
              <a:gd name="connsiteY5" fmla="*/ 263490 h 1847088"/>
              <a:gd name="connsiteX6" fmla="*/ 128186 w 1568092"/>
              <a:gd name="connsiteY6" fmla="*/ 157727 h 1847088"/>
              <a:gd name="connsiteX7" fmla="*/ 644548 w 1568092"/>
              <a:gd name="connsiteY7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8092" h="1847088">
                <a:moveTo>
                  <a:pt x="644548" y="0"/>
                </a:moveTo>
                <a:cubicBezTo>
                  <a:pt x="1154607" y="0"/>
                  <a:pt x="1568092" y="413485"/>
                  <a:pt x="1568092" y="923544"/>
                </a:cubicBezTo>
                <a:cubicBezTo>
                  <a:pt x="1568092" y="1433603"/>
                  <a:pt x="1154607" y="1847088"/>
                  <a:pt x="644548" y="1847088"/>
                </a:cubicBezTo>
                <a:cubicBezTo>
                  <a:pt x="453276" y="1847088"/>
                  <a:pt x="275584" y="1788942"/>
                  <a:pt x="128186" y="1689361"/>
                </a:cubicBezTo>
                <a:lnTo>
                  <a:pt x="0" y="1583598"/>
                </a:lnTo>
                <a:lnTo>
                  <a:pt x="0" y="263490"/>
                </a:lnTo>
                <a:lnTo>
                  <a:pt x="128186" y="157727"/>
                </a:lnTo>
                <a:cubicBezTo>
                  <a:pt x="275584" y="58147"/>
                  <a:pt x="453276" y="0"/>
                  <a:pt x="6445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3" name="Imagen 12" descr="Forma&#10;&#10;Descripción generada automáticamente con confianza baja">
            <a:extLst>
              <a:ext uri="{FF2B5EF4-FFF2-40B4-BE49-F238E27FC236}">
                <a16:creationId xmlns:a16="http://schemas.microsoft.com/office/drawing/2014/main" id="{5F9B30EE-11A0-EFFD-7C68-9EC37E89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2" y="4319831"/>
            <a:ext cx="1076828" cy="1076828"/>
          </a:xfrm>
          <a:prstGeom prst="rect">
            <a:avLst/>
          </a:prstGeom>
        </p:spPr>
      </p:pic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E28351C-7EEF-428E-9B7A-5CC84F336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670" y="5152392"/>
            <a:ext cx="3226060" cy="1705608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06A78EB5-B110-C92B-E40D-7F54758A1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437" y="3488202"/>
            <a:ext cx="1474430" cy="1474430"/>
          </a:xfrm>
          <a:prstGeom prst="rect">
            <a:avLst/>
          </a:prstGeom>
        </p:spPr>
      </p:pic>
      <p:pic>
        <p:nvPicPr>
          <p:cNvPr id="5" name="Gráfico 4" descr="Grupo de hombres contorno">
            <a:extLst>
              <a:ext uri="{FF2B5EF4-FFF2-40B4-BE49-F238E27FC236}">
                <a16:creationId xmlns:a16="http://schemas.microsoft.com/office/drawing/2014/main" id="{A2D38083-CA28-8C9F-AF8C-1D1B9A2326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9564" y="201144"/>
            <a:ext cx="2151094" cy="2151094"/>
          </a:xfrm>
          <a:prstGeom prst="rect">
            <a:avLst/>
          </a:prstGeom>
        </p:spPr>
      </p:pic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5834" y="4366581"/>
            <a:ext cx="2888165" cy="2500087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B0B0DBC8-B5F0-40AE-A3D3-BCD504119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5096" y="4509018"/>
            <a:ext cx="2748903" cy="2357649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1" name="Imagen 10" descr="Forma&#10;&#10;Descripción generada automáticamente con confianza baja">
            <a:extLst>
              <a:ext uri="{FF2B5EF4-FFF2-40B4-BE49-F238E27FC236}">
                <a16:creationId xmlns:a16="http://schemas.microsoft.com/office/drawing/2014/main" id="{D95912B6-D745-58B8-B071-A73C860FD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659" y="4953107"/>
            <a:ext cx="1789499" cy="1789499"/>
          </a:xfrm>
          <a:prstGeom prst="rect">
            <a:avLst/>
          </a:prstGeom>
        </p:spPr>
      </p:pic>
      <p:pic>
        <p:nvPicPr>
          <p:cNvPr id="15" name="Imagen 14" descr="Forma&#10;&#10;Descripción generada automáticamente con confianza baja">
            <a:extLst>
              <a:ext uri="{FF2B5EF4-FFF2-40B4-BE49-F238E27FC236}">
                <a16:creationId xmlns:a16="http://schemas.microsoft.com/office/drawing/2014/main" id="{0859B02D-8E41-27C0-EE94-A1CD7390E9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4763" y="5245290"/>
            <a:ext cx="1607486" cy="1607486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Público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 dirty="0"/>
              <a:t>- Administradores: Gestión de actividades e instalaciones.</a:t>
            </a:r>
          </a:p>
          <a:p>
            <a:r>
              <a:rPr lang="es-ES" sz="1700" dirty="0"/>
              <a:t>- Solicitantes: Inscripción en actividades y reserva de instalaciones.</a:t>
            </a:r>
          </a:p>
          <a:p>
            <a:r>
              <a:rPr lang="es-ES" sz="1700" dirty="0"/>
              <a:t>- Ambos roles pueden interactuar con diferentes funcionalidades del sistema.</a:t>
            </a:r>
          </a:p>
        </p:txBody>
      </p:sp>
      <p:pic>
        <p:nvPicPr>
          <p:cNvPr id="5" name="Picture 4" descr="Representación en 3D de piezas de juego atadas con una cuerda">
            <a:extLst>
              <a:ext uri="{FF2B5EF4-FFF2-40B4-BE49-F238E27FC236}">
                <a16:creationId xmlns:a16="http://schemas.microsoft.com/office/drawing/2014/main" id="{761163A7-5BFD-DEAC-883C-7AC4AE77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86" r="38058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Principales Funcionalidades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748CF8-9EDB-5C48-D57A-2504608BA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50124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D22AF-6D2B-989C-DF15-CBE868E4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CC90D1-A25B-B9A4-050C-9E22B29E9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95CA8-B0F1-1F49-DCC0-8A3D446E9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53654-8BE3-F34E-F229-EA172F76A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C9947B-2D7B-0E1D-9C40-E24A24106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2A21D-81D7-04A4-1088-B443C28F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24DBDF-A04B-4533-57AB-0E688CE39FD9}"/>
              </a:ext>
            </a:extLst>
          </p:cNvPr>
          <p:cNvSpPr txBox="1"/>
          <p:nvPr/>
        </p:nvSpPr>
        <p:spPr>
          <a:xfrm>
            <a:off x="257086" y="175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estión de actividades</a:t>
            </a:r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s-ES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FC2A003-62E4-7260-7B5A-6B33CE652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6" y="2496880"/>
            <a:ext cx="4141739" cy="373450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04F0456-8556-EE76-A5A1-E793E28D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955" y="1946722"/>
            <a:ext cx="4272959" cy="227000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950CFBB-4B3A-F1C2-FE44-BFEDBFE0A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640" y="4382650"/>
            <a:ext cx="3582075" cy="23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4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13283-1681-EC07-0F56-31352838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046351-EEE0-6045-6385-F645C6AE5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4C57C9-F04D-1138-DF6A-B4314B28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4A83C4-89C4-8D2D-F9D0-4287291B3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13FB7B-7C90-CB37-C5B7-88F90E66F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43B0C-47E5-64FA-7D3D-2EBD014C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E40456-FC71-E2B9-F7E2-0B5039C78336}"/>
              </a:ext>
            </a:extLst>
          </p:cNvPr>
          <p:cNvSpPr txBox="1"/>
          <p:nvPr/>
        </p:nvSpPr>
        <p:spPr>
          <a:xfrm>
            <a:off x="3680165" y="1815447"/>
            <a:ext cx="2230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estión de cursos </a:t>
            </a:r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3E3E10-08CD-4ADF-D427-294CDF91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19" y="2276219"/>
            <a:ext cx="6070562" cy="406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7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A6B24-3CC2-5BC5-45BD-DC7A57CC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868BA9-8706-4F33-8EB8-1F99380EE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9BF9B1-4A4A-C861-512E-056C10D75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6F031F-49B2-8AD2-B35D-D81A37F79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22BE88-EB93-F6BF-F2EE-FE20CE85A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0D412-E287-EA81-A765-9F86C0FC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083F16-76D9-4222-D4D8-B79BAF018DDF}"/>
              </a:ext>
            </a:extLst>
          </p:cNvPr>
          <p:cNvSpPr txBox="1"/>
          <p:nvPr/>
        </p:nvSpPr>
        <p:spPr>
          <a:xfrm>
            <a:off x="3540044" y="1695328"/>
            <a:ext cx="2510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estión instalaciones</a:t>
            </a: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AB1691-EA4D-A38F-9F34-116AE6E5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48" y="4557965"/>
            <a:ext cx="7775103" cy="20648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786970-C212-693D-B443-0C19F3CCC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49" y="2120516"/>
            <a:ext cx="7775102" cy="224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4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E611F-2482-F559-4E47-4AF81532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7970C7-7936-8063-9ED1-0CC57DEC9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F6914-53A4-2A26-AD1B-0B8BF2218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1FA55-7CDA-957C-8686-70CD0D5A1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84DDFB-3C8A-62EA-2791-5A100B8C5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4F1AA-5687-7A33-8CBF-CEE27BD6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6B851B-AC91-7EAD-7692-BCF7D3B926F2}"/>
              </a:ext>
            </a:extLst>
          </p:cNvPr>
          <p:cNvSpPr txBox="1"/>
          <p:nvPr/>
        </p:nvSpPr>
        <p:spPr>
          <a:xfrm>
            <a:off x="3316838" y="1740154"/>
            <a:ext cx="2510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s-E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estión instalaciones</a:t>
            </a:r>
            <a:endParaRPr lang="es-ES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11C8A1A-B2EF-0918-A850-7253D5F8E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63" y="2938541"/>
            <a:ext cx="3855875" cy="286858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0E8DBAC-B0F1-D47D-8828-C9EE2A04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83" y="2938541"/>
            <a:ext cx="4034572" cy="26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1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31933-CAD0-B8E1-5348-1F9821883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F8827B-3EB0-7C10-D711-B1D5EA650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F8B44-5DDB-B3AD-4B41-9AE79FCDB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99C9C-5A32-E8B5-409B-04CC4D94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FF6F35-F96F-984C-9751-BCCE61791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BBFE5-695F-3F50-C48A-96287B33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A4ABE3-0945-040F-3F61-94CB4D5BC586}"/>
              </a:ext>
            </a:extLst>
          </p:cNvPr>
          <p:cNvSpPr txBox="1"/>
          <p:nvPr/>
        </p:nvSpPr>
        <p:spPr>
          <a:xfrm>
            <a:off x="1028697" y="2728908"/>
            <a:ext cx="277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Revisión cartas de pago</a:t>
            </a:r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274697-76D9-F7D3-E114-EA4586EA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8" y="4201508"/>
            <a:ext cx="4430850" cy="25271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5614409-AFEE-B473-3EB4-47357742E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551" y="1655065"/>
            <a:ext cx="4430850" cy="274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37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6F98B-B8B0-90F1-67ED-BF7D0F01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C4D450-68D1-0FE0-BA49-4D9A5EFE5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222DE-CA0D-4696-2E70-614470D80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B4C8FE-130A-8406-42BF-EC8177645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C899E5-12F7-B483-4C5C-37AC9DB11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0F2BF-60E8-3A11-7289-DC77CC08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A1BE5D-821C-7171-6BFF-3EB472C7AC8F}"/>
              </a:ext>
            </a:extLst>
          </p:cNvPr>
          <p:cNvSpPr txBox="1"/>
          <p:nvPr/>
        </p:nvSpPr>
        <p:spPr>
          <a:xfrm>
            <a:off x="333753" y="1859677"/>
            <a:ext cx="277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Revisión de matrículas</a:t>
            </a:r>
            <a:endParaRPr lang="es-ES" b="1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58BB1DD-1E53-9968-865A-208BCA3FB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39515"/>
            <a:ext cx="8266175" cy="179609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24BE13A-4AB6-86A2-4160-EDE47F5FA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546001"/>
            <a:ext cx="8266175" cy="164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1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E8621-EE54-DA65-2F61-0653C93E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E682B0-6016-1D55-CBDE-E04A8C4F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069CF-1EF7-7314-6480-7FBA93CF6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094AD-61BC-A76C-8E7E-1B167526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84067-3AC4-79C7-A42D-A0F553BDB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5BB2F-6C75-5EED-2DFF-4CF90ABA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FF1F3D-AAD3-55BD-C85C-9BA12C1588BF}"/>
              </a:ext>
            </a:extLst>
          </p:cNvPr>
          <p:cNvSpPr txBox="1"/>
          <p:nvPr/>
        </p:nvSpPr>
        <p:spPr>
          <a:xfrm>
            <a:off x="274344" y="1815214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Reservas en bloque para organismos externos</a:t>
            </a:r>
            <a:endParaRPr lang="es-ES" b="1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FB8D8EF-E824-0F08-7714-17306627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43" y="2322536"/>
            <a:ext cx="8556043" cy="389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8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C9611-0B74-A73D-8CB2-218E9901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32C961-DAD0-715A-A15C-947D11302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38BAAE-297F-0769-2FBB-B34784379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5E3B84-946B-7C75-F4DB-51922FFD5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B0BEC-A1B1-6581-0ADA-630C1EAE3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23442-25D0-E203-8F13-5A71ABD2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FEAEF9E-689D-6F74-F8E5-95941535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384" y="2016164"/>
            <a:ext cx="3428355" cy="109193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293D70F-0D7A-48E7-CD1A-23EB1602B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19" y="3191256"/>
            <a:ext cx="7008585" cy="319456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2F59537-13BD-C586-3ADB-EBA7E67EF967}"/>
              </a:ext>
            </a:extLst>
          </p:cNvPr>
          <p:cNvSpPr txBox="1"/>
          <p:nvPr/>
        </p:nvSpPr>
        <p:spPr>
          <a:xfrm>
            <a:off x="274344" y="1633722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Reservas en bloque para organismos externos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530962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A7611-E73C-FCEC-7C95-3EC798C3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A7B17B-DAA8-1108-912E-11657B886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AA62A7-EF57-6E28-8898-3669A229F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63F714-81DB-BCBE-8EE6-B8C842E4C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A2F8F6-8A90-DCA9-BCDA-B3B6BBDD0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1C809-D920-BECE-6F96-3DB364A0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Administración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8BA27E-0AB9-75E6-33F8-FFAF2E3BFDCA}"/>
              </a:ext>
            </a:extLst>
          </p:cNvPr>
          <p:cNvSpPr txBox="1"/>
          <p:nvPr/>
        </p:nvSpPr>
        <p:spPr>
          <a:xfrm>
            <a:off x="274344" y="1633722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Reservas en bloque para organismos externos</a:t>
            </a: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196343-1729-431D-D691-395FB26F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39" y="2096403"/>
            <a:ext cx="4583646" cy="8627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FD682DF-50EB-4F30-602B-6EBF9E55F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0" y="3052469"/>
            <a:ext cx="7465534" cy="344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448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AA033-0B80-6A07-7702-8B074207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7906FB-8FCB-180B-1F14-9EE3ADF6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9CE22-9C28-A10D-9ECE-83789E6E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71123E-EA24-4E9C-A67D-475C2745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CD51F-633B-6129-DC4B-B54390A54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E278F-1218-1B29-25AA-B851506D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Solicitantes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04B57E-3DAB-381E-ED38-A164C13F9220}"/>
              </a:ext>
            </a:extLst>
          </p:cNvPr>
          <p:cNvSpPr txBox="1"/>
          <p:nvPr/>
        </p:nvSpPr>
        <p:spPr>
          <a:xfrm>
            <a:off x="274344" y="1652010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Reservas de solicitantes </a:t>
            </a:r>
            <a:endParaRPr lang="es-ES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817A4-22A5-26AE-127E-5D8CCD117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44" y="2195452"/>
            <a:ext cx="8696310" cy="340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8B099-EED4-2443-C756-94738055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3C9085-8000-B625-5885-F64F574FC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61268F-C110-54C9-D7F1-737BD113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93A62-E0C5-594F-3EC8-345E0299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B08BED-3AF4-E0A1-CD91-075091AE6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4C6EA-80CB-C10D-5FE6-EE32CF00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Solicitantes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C0D4584-82D4-DBB3-E607-EDEB8CD2F283}"/>
              </a:ext>
            </a:extLst>
          </p:cNvPr>
          <p:cNvSpPr txBox="1"/>
          <p:nvPr/>
        </p:nvSpPr>
        <p:spPr>
          <a:xfrm>
            <a:off x="274344" y="1652010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Matriculación de actividades</a:t>
            </a:r>
            <a:endParaRPr lang="es-ES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94B07C-4604-C3A5-3ED1-E80D503B6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96906"/>
            <a:ext cx="7214616" cy="448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2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6AEDB-D708-48D8-E9E1-59835CB7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D87969-41AE-A8B4-ABCF-1EA26405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0123A-3B82-38DD-CBF5-7412DCAAD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2FEAA-3EDF-6674-829F-7083D4EFF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FB0C8E-E0BA-7C5F-C63D-0BF25F42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9A137-9CDB-6CDB-09A7-D28534046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Solicitantes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7D5C49-515D-5736-77B1-B011FFC41596}"/>
              </a:ext>
            </a:extLst>
          </p:cNvPr>
          <p:cNvSpPr txBox="1"/>
          <p:nvPr/>
        </p:nvSpPr>
        <p:spPr>
          <a:xfrm>
            <a:off x="274344" y="1652010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Matriculación de actividades</a:t>
            </a:r>
            <a:endParaRPr lang="es-ES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3B2FD1-6CDF-28D2-80FD-3D3F94CC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787" y="2169941"/>
            <a:ext cx="2777143" cy="40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38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E92D0-CB6D-101A-155E-46B13E17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D74437-DCA7-5C84-D356-6D9CF3FC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314D96-1424-C9A0-51D1-330CC743A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B1D8DB-DD21-2FBE-FCCC-449C26AEC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BC7681-56EA-3AF4-3393-A93E048DB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ED5E1-FBA9-665C-A4D1-3F5DFE66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 dirty="0">
                <a:solidFill>
                  <a:srgbClr val="FFFFFF"/>
                </a:solidFill>
              </a:rPr>
              <a:t>Solicitantes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E52993-DAA1-2B91-FA43-39CA254E7D5A}"/>
              </a:ext>
            </a:extLst>
          </p:cNvPr>
          <p:cNvSpPr txBox="1"/>
          <p:nvPr/>
        </p:nvSpPr>
        <p:spPr>
          <a:xfrm>
            <a:off x="292632" y="1606290"/>
            <a:ext cx="61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Listas de reservas y matrículas propias</a:t>
            </a: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92A9FA-5A03-926E-256D-5FC6E0EA8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092418"/>
            <a:ext cx="7159728" cy="21243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F53968E-D46D-7AA3-2510-D66C7A2B7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45" y="4361865"/>
            <a:ext cx="7159728" cy="226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09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Flujo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Trabajo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Administradores</a:t>
            </a: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238E42-BBF7-D118-9931-21D0EBB07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3" b="93517" l="1586" r="97093">
                        <a14:foregroundMark x1="4229" y1="2161" x2="88" y2="10216"/>
                        <a14:foregroundMark x1="88" y1="10216" x2="441" y2="99607"/>
                        <a14:foregroundMark x1="441" y1="99607" x2="20352" y2="99607"/>
                        <a14:foregroundMark x1="20352" y1="99607" x2="99824" y2="98428"/>
                        <a14:foregroundMark x1="99824" y1="98428" x2="99471" y2="1375"/>
                        <a14:foregroundMark x1="99471" y1="1375" x2="58590" y2="589"/>
                        <a14:foregroundMark x1="58590" y1="589" x2="57681" y2="1128"/>
                        <a14:foregroundMark x1="52952" y1="3929" x2="1762" y2="589"/>
                        <a14:foregroundMark x1="1762" y1="589" x2="1762" y2="786"/>
                        <a14:foregroundMark x1="76564" y1="40275" x2="65198" y2="32220"/>
                        <a14:foregroundMark x1="65198" y1="32220" x2="55595" y2="45580"/>
                        <a14:foregroundMark x1="55595" y1="45580" x2="57093" y2="48527"/>
                        <a14:foregroundMark x1="80352" y1="24951" x2="74449" y2="17682"/>
                        <a14:foregroundMark x1="74449" y1="17682" x2="63612" y2="13752"/>
                        <a14:foregroundMark x1="88987" y1="14538" x2="87930" y2="40079"/>
                        <a14:foregroundMark x1="87930" y1="40079" x2="78062" y2="59921"/>
                        <a14:foregroundMark x1="78238" y1="77800" x2="41057" y2="77210"/>
                        <a14:foregroundMark x1="41057" y1="77210" x2="41057" y2="77210"/>
                        <a14:foregroundMark x1="40705" y1="86837" x2="8018" y2="67976"/>
                        <a14:foregroundMark x1="5110" y1="89980" x2="25374" y2="93517"/>
                        <a14:foregroundMark x1="25374" y1="93517" x2="48458" y2="91159"/>
                        <a14:foregroundMark x1="97093" y1="75049" x2="94626" y2="19843"/>
                        <a14:backgroundMark x1="58238" y1="3340" x2="53656" y2="1179"/>
                        <a14:backgroundMark x1="53480" y1="2358" x2="55507" y2="3536"/>
                        <a14:backgroundMark x1="54626" y1="3536" x2="55330" y2="43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272" y="2056003"/>
            <a:ext cx="8542677" cy="44019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Flujo de Trabajo: Solicitantes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E6E6D3-6CA4-7E3C-0766-AEBEC570F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6539" l="108" r="99355">
                        <a14:foregroundMark x1="16129" y1="4007" x2="5914" y2="14936"/>
                        <a14:foregroundMark x1="5914" y1="14936" x2="1935" y2="33515"/>
                        <a14:foregroundMark x1="1935" y1="33515" x2="1183" y2="52095"/>
                        <a14:foregroundMark x1="1183" y1="52095" x2="10000" y2="77778"/>
                        <a14:foregroundMark x1="10000" y1="77778" x2="31183" y2="97996"/>
                        <a14:foregroundMark x1="73549" y1="96685" x2="78280" y2="96539"/>
                        <a14:foregroundMark x1="31183" y1="97996" x2="60430" y2="97092"/>
                        <a14:foregroundMark x1="78280" y1="96539" x2="86452" y2="92350"/>
                        <a14:foregroundMark x1="86452" y1="92350" x2="95699" y2="75956"/>
                        <a14:foregroundMark x1="95699" y1="75956" x2="96452" y2="75410"/>
                        <a14:foregroundMark x1="8387" y1="1275" x2="26452" y2="0"/>
                        <a14:foregroundMark x1="33163" y1="220" x2="76559" y2="1639"/>
                        <a14:foregroundMark x1="26452" y1="0" x2="31251" y2="157"/>
                        <a14:foregroundMark x1="76559" y1="1639" x2="99355" y2="15118"/>
                        <a14:foregroundMark x1="99355" y1="15118" x2="87849" y2="1821"/>
                        <a14:foregroundMark x1="9140" y1="4189" x2="2581" y2="1275"/>
                        <a14:foregroundMark x1="2581" y1="1275" x2="215" y2="86157"/>
                        <a14:foregroundMark x1="215" y1="86157" x2="1828" y2="95628"/>
                        <a14:foregroundMark x1="1828" y1="95628" x2="32366" y2="99271"/>
                        <a14:foregroundMark x1="32366" y1="99271" x2="41613" y2="99089"/>
                        <a14:foregroundMark x1="41613" y1="99089" x2="50000" y2="99454"/>
                        <a14:foregroundMark x1="50000" y1="99454" x2="60342" y2="98599"/>
                        <a14:foregroundMark x1="72785" y1="98439" x2="73978" y2="99271"/>
                        <a14:foregroundMark x1="68495" y1="95446" x2="68856" y2="95698"/>
                        <a14:foregroundMark x1="73978" y1="99271" x2="95699" y2="99818"/>
                        <a14:foregroundMark x1="95699" y1="99818" x2="99355" y2="81056"/>
                        <a14:foregroundMark x1="99355" y1="81056" x2="99677" y2="6193"/>
                        <a14:foregroundMark x1="99677" y1="6193" x2="90860" y2="182"/>
                        <a14:foregroundMark x1="31098" y1="564" x2="5269" y2="729"/>
                        <a14:foregroundMark x1="90860" y1="182" x2="33038" y2="552"/>
                        <a14:foregroundMark x1="85269" y1="95082" x2="16774" y2="82696"/>
                        <a14:foregroundMark x1="16774" y1="82696" x2="33118" y2="57377"/>
                        <a14:foregroundMark x1="33118" y1="57377" x2="70000" y2="60474"/>
                        <a14:foregroundMark x1="70000" y1="60474" x2="83333" y2="80874"/>
                        <a14:foregroundMark x1="83333" y1="80874" x2="83333" y2="96721"/>
                        <a14:foregroundMark x1="58602" y1="51366" x2="60215" y2="55191"/>
                        <a14:foregroundMark x1="58387" y1="51366" x2="56452" y2="53916"/>
                        <a14:foregroundMark x1="57957" y1="51913" x2="52151" y2="53734"/>
                        <a14:foregroundMark x1="3333" y1="4007" x2="108" y2="4736"/>
                        <a14:backgroundMark x1="68925" y1="96175" x2="62258" y2="97268"/>
                        <a14:backgroundMark x1="62258" y1="97268" x2="62151" y2="99089"/>
                        <a14:backgroundMark x1="68172" y1="97268" x2="72581" y2="98907"/>
                        <a14:backgroundMark x1="33118" y1="2004" x2="31828" y2="911"/>
                        <a14:backgroundMark x1="30968" y1="911" x2="32903" y2="9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964" y="1655276"/>
            <a:ext cx="9046068" cy="50788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Valor Añadido del Sistema</a:t>
            </a:r>
          </a:p>
        </p:txBody>
      </p:sp>
      <p:graphicFrame>
        <p:nvGraphicFramePr>
          <p:cNvPr id="9" name="CuadroTexto 6">
            <a:extLst>
              <a:ext uri="{FF2B5EF4-FFF2-40B4-BE49-F238E27FC236}">
                <a16:creationId xmlns:a16="http://schemas.microsoft.com/office/drawing/2014/main" id="{DBED88C8-6317-B5E0-815F-9FC5503029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27522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D612C-AC1C-280C-5F03-28E0D0BB2D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50857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282</Words>
  <Application>Microsoft Office PowerPoint</Application>
  <PresentationFormat>Presentación en pantalla (4:3)</PresentationFormat>
  <Paragraphs>59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Aplicación de Gestión de Reservas y Matrículas</vt:lpstr>
      <vt:lpstr>Objetivos del Proyecto</vt:lpstr>
      <vt:lpstr>Público Objetivo</vt:lpstr>
      <vt:lpstr>Principales Funcionalidades</vt:lpstr>
      <vt:lpstr>Administración</vt:lpstr>
      <vt:lpstr>Administración</vt:lpstr>
      <vt:lpstr>Administración</vt:lpstr>
      <vt:lpstr>Administración</vt:lpstr>
      <vt:lpstr>Administración</vt:lpstr>
      <vt:lpstr>Administración</vt:lpstr>
      <vt:lpstr>Administración</vt:lpstr>
      <vt:lpstr>Administración</vt:lpstr>
      <vt:lpstr>Administración</vt:lpstr>
      <vt:lpstr>Solicitantes</vt:lpstr>
      <vt:lpstr>Solicitantes</vt:lpstr>
      <vt:lpstr>Solicitantes</vt:lpstr>
      <vt:lpstr>Solicitantes</vt:lpstr>
      <vt:lpstr>Flujo de Trabajo: Administradores</vt:lpstr>
      <vt:lpstr>Flujo de Trabajo: Solicitantes</vt:lpstr>
      <vt:lpstr>Valor Añadido del Sistema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Nicolás Guerbartchouk Pérez</dc:creator>
  <cp:keywords/>
  <dc:description>generated using python-pptx</dc:description>
  <cp:lastModifiedBy>Nicolás Guerbartchouk Pérez</cp:lastModifiedBy>
  <cp:revision>5</cp:revision>
  <dcterms:created xsi:type="dcterms:W3CDTF">2013-01-27T09:14:16Z</dcterms:created>
  <dcterms:modified xsi:type="dcterms:W3CDTF">2024-12-10T12:35:42Z</dcterms:modified>
  <cp:category/>
</cp:coreProperties>
</file>